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9" r:id="rId9"/>
    <p:sldId id="264" r:id="rId10"/>
    <p:sldId id="265" r:id="rId11"/>
    <p:sldId id="263" r:id="rId12"/>
    <p:sldId id="266" r:id="rId13"/>
    <p:sldId id="268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9A8AB6-98C9-D245-97B2-33F11FE0239B}" v="62" dt="2026-04-29T16:59:55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36"/>
    <p:restoredTop sz="94620"/>
  </p:normalViewPr>
  <p:slideViewPr>
    <p:cSldViewPr snapToGrid="0">
      <p:cViewPr varScale="1">
        <p:scale>
          <a:sx n="214" d="100"/>
          <a:sy n="214" d="100"/>
        </p:scale>
        <p:origin x="14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, Zhirui" userId="e974f7c0-1954-41e0-a846-f4009e449c77" providerId="ADAL" clId="{3902A1AC-ABF6-59CB-90DD-697D8E15BE87}"/>
    <pc:docChg chg="undo custSel addSld delSld modSld">
      <pc:chgData name="Hu, Zhirui" userId="e974f7c0-1954-41e0-a846-f4009e449c77" providerId="ADAL" clId="{3902A1AC-ABF6-59CB-90DD-697D8E15BE87}" dt="2026-04-29T17:51:50.788" v="1387" actId="20577"/>
      <pc:docMkLst>
        <pc:docMk/>
      </pc:docMkLst>
      <pc:sldChg chg="modSp mod">
        <pc:chgData name="Hu, Zhirui" userId="e974f7c0-1954-41e0-a846-f4009e449c77" providerId="ADAL" clId="{3902A1AC-ABF6-59CB-90DD-697D8E15BE87}" dt="2026-04-12T18:55:11.715" v="18" actId="20577"/>
        <pc:sldMkLst>
          <pc:docMk/>
          <pc:sldMk cId="3630191697" sldId="256"/>
        </pc:sldMkLst>
        <pc:spChg chg="mod">
          <ac:chgData name="Hu, Zhirui" userId="e974f7c0-1954-41e0-a846-f4009e449c77" providerId="ADAL" clId="{3902A1AC-ABF6-59CB-90DD-697D8E15BE87}" dt="2026-04-12T18:55:11.715" v="18" actId="20577"/>
          <ac:spMkLst>
            <pc:docMk/>
            <pc:sldMk cId="3630191697" sldId="256"/>
            <ac:spMk id="2" creationId="{4309E944-4D72-7FFB-8A5A-08B5E667F13F}"/>
          </ac:spMkLst>
        </pc:spChg>
      </pc:sldChg>
      <pc:sldChg chg="modSp new mod">
        <pc:chgData name="Hu, Zhirui" userId="e974f7c0-1954-41e0-a846-f4009e449c77" providerId="ADAL" clId="{3902A1AC-ABF6-59CB-90DD-697D8E15BE87}" dt="2026-04-29T04:28:01.929" v="948" actId="20577"/>
        <pc:sldMkLst>
          <pc:docMk/>
          <pc:sldMk cId="2641575812" sldId="257"/>
        </pc:sldMkLst>
        <pc:spChg chg="mod">
          <ac:chgData name="Hu, Zhirui" userId="e974f7c0-1954-41e0-a846-f4009e449c77" providerId="ADAL" clId="{3902A1AC-ABF6-59CB-90DD-697D8E15BE87}" dt="2026-04-12T20:16:13.221" v="33" actId="20577"/>
          <ac:spMkLst>
            <pc:docMk/>
            <pc:sldMk cId="2641575812" sldId="257"/>
            <ac:spMk id="2" creationId="{AD535A06-4B64-7D25-908B-7C22EE51CA9E}"/>
          </ac:spMkLst>
        </pc:spChg>
        <pc:spChg chg="mod">
          <ac:chgData name="Hu, Zhirui" userId="e974f7c0-1954-41e0-a846-f4009e449c77" providerId="ADAL" clId="{3902A1AC-ABF6-59CB-90DD-697D8E15BE87}" dt="2026-04-29T04:28:01.929" v="948" actId="20577"/>
          <ac:spMkLst>
            <pc:docMk/>
            <pc:sldMk cId="2641575812" sldId="257"/>
            <ac:spMk id="3" creationId="{391CC4D2-029A-0A2F-CFD1-D2104B1CF75D}"/>
          </ac:spMkLst>
        </pc:spChg>
      </pc:sldChg>
      <pc:sldChg chg="modSp new mod">
        <pc:chgData name="Hu, Zhirui" userId="e974f7c0-1954-41e0-a846-f4009e449c77" providerId="ADAL" clId="{3902A1AC-ABF6-59CB-90DD-697D8E15BE87}" dt="2026-04-13T04:46:23.524" v="317" actId="20577"/>
        <pc:sldMkLst>
          <pc:docMk/>
          <pc:sldMk cId="26484447" sldId="258"/>
        </pc:sldMkLst>
        <pc:spChg chg="mod">
          <ac:chgData name="Hu, Zhirui" userId="e974f7c0-1954-41e0-a846-f4009e449c77" providerId="ADAL" clId="{3902A1AC-ABF6-59CB-90DD-697D8E15BE87}" dt="2026-04-13T04:38:39.777" v="186" actId="20577"/>
          <ac:spMkLst>
            <pc:docMk/>
            <pc:sldMk cId="26484447" sldId="258"/>
            <ac:spMk id="2" creationId="{47E2CC2A-BD7A-AA41-7332-F119BEB9A580}"/>
          </ac:spMkLst>
        </pc:spChg>
        <pc:spChg chg="mod">
          <ac:chgData name="Hu, Zhirui" userId="e974f7c0-1954-41e0-a846-f4009e449c77" providerId="ADAL" clId="{3902A1AC-ABF6-59CB-90DD-697D8E15BE87}" dt="2026-04-13T04:46:23.524" v="317" actId="20577"/>
          <ac:spMkLst>
            <pc:docMk/>
            <pc:sldMk cId="26484447" sldId="258"/>
            <ac:spMk id="3" creationId="{ACA82548-576D-5DDF-1F7D-D9005BD30ED4}"/>
          </ac:spMkLst>
        </pc:spChg>
      </pc:sldChg>
      <pc:sldChg chg="delSp modSp add mod setBg">
        <pc:chgData name="Hu, Zhirui" userId="e974f7c0-1954-41e0-a846-f4009e449c77" providerId="ADAL" clId="{3902A1AC-ABF6-59CB-90DD-697D8E15BE87}" dt="2026-04-29T16:00:19.903" v="1059" actId="14100"/>
        <pc:sldMkLst>
          <pc:docMk/>
          <pc:sldMk cId="0" sldId="259"/>
        </pc:sldMkLst>
        <pc:spChg chg="mod">
          <ac:chgData name="Hu, Zhirui" userId="e974f7c0-1954-41e0-a846-f4009e449c77" providerId="ADAL" clId="{3902A1AC-ABF6-59CB-90DD-697D8E15BE87}" dt="2026-04-29T15:59:19.446" v="1047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29T15:59:59.218" v="1056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29T16:00:02.525" v="1057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29T16:00:19.903" v="1059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29T15:59:59.218" v="1056" actId="14100"/>
          <ac:spMkLst>
            <pc:docMk/>
            <pc:sldMk cId="0" sldId="259"/>
            <ac:spMk id="9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22.429" v="1048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25.318" v="1049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0.157" v="1052" actId="478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Hu, Zhirui" userId="e974f7c0-1954-41e0-a846-f4009e449c77" providerId="ADAL" clId="{3902A1AC-ABF6-59CB-90DD-697D8E15BE87}" dt="2026-04-29T15:59:31.822" v="1053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3.941" v="1054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7.022" v="1055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7.022" v="1055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7.022" v="1055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7.022" v="1055" actId="478"/>
          <ac:spMkLst>
            <pc:docMk/>
            <pc:sldMk cId="0" sldId="259"/>
            <ac:spMk id="35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7.022" v="1055" actId="478"/>
          <ac:spMkLst>
            <pc:docMk/>
            <pc:sldMk cId="0" sldId="259"/>
            <ac:spMk id="37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7.022" v="1055" actId="478"/>
          <ac:spMkLst>
            <pc:docMk/>
            <pc:sldMk cId="0" sldId="259"/>
            <ac:spMk id="40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7.022" v="1055" actId="478"/>
          <ac:spMkLst>
            <pc:docMk/>
            <pc:sldMk cId="0" sldId="259"/>
            <ac:spMk id="41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7.022" v="1055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7.022" v="1055" actId="478"/>
          <ac:spMkLst>
            <pc:docMk/>
            <pc:sldMk cId="0" sldId="259"/>
            <ac:spMk id="45" creationId="{00000000-0000-0000-0000-000000000000}"/>
          </ac:spMkLst>
        </pc:spChg>
        <pc:spChg chg="del">
          <ac:chgData name="Hu, Zhirui" userId="e974f7c0-1954-41e0-a846-f4009e449c77" providerId="ADAL" clId="{3902A1AC-ABF6-59CB-90DD-697D8E15BE87}" dt="2026-04-29T15:59:37.022" v="1055" actId="478"/>
          <ac:spMkLst>
            <pc:docMk/>
            <pc:sldMk cId="0" sldId="259"/>
            <ac:spMk id="46" creationId="{00000000-0000-0000-0000-000000000000}"/>
          </ac:spMkLst>
        </pc:spChg>
        <pc:picChg chg="mod">
          <ac:chgData name="Hu, Zhirui" userId="e974f7c0-1954-41e0-a846-f4009e449c77" providerId="ADAL" clId="{3902A1AC-ABF6-59CB-90DD-697D8E15BE87}" dt="2026-04-29T15:59:59.218" v="1056" actId="14100"/>
          <ac:picMkLst>
            <pc:docMk/>
            <pc:sldMk cId="0" sldId="259"/>
            <ac:picMk id="6" creationId="{00000000-0000-0000-0000-000000000000}"/>
          </ac:picMkLst>
        </pc:picChg>
        <pc:picChg chg="del">
          <ac:chgData name="Hu, Zhirui" userId="e974f7c0-1954-41e0-a846-f4009e449c77" providerId="ADAL" clId="{3902A1AC-ABF6-59CB-90DD-697D8E15BE87}" dt="2026-04-29T15:59:27.058" v="1050" actId="478"/>
          <ac:picMkLst>
            <pc:docMk/>
            <pc:sldMk cId="0" sldId="259"/>
            <ac:picMk id="11" creationId="{00000000-0000-0000-0000-000000000000}"/>
          </ac:picMkLst>
        </pc:picChg>
      </pc:sldChg>
      <pc:sldChg chg="addSp delSp modSp add mod setBg modNotesTx">
        <pc:chgData name="Hu, Zhirui" userId="e974f7c0-1954-41e0-a846-f4009e449c77" providerId="ADAL" clId="{3902A1AC-ABF6-59CB-90DD-697D8E15BE87}" dt="2026-04-29T04:38:52.055" v="993" actId="20577"/>
        <pc:sldMkLst>
          <pc:docMk/>
          <pc:sldMk cId="0" sldId="260"/>
        </pc:sldMkLst>
        <pc:spChg chg="mod">
          <ac:chgData name="Hu, Zhirui" userId="e974f7c0-1954-41e0-a846-f4009e449c77" providerId="ADAL" clId="{3902A1AC-ABF6-59CB-90DD-697D8E15BE87}" dt="2026-04-13T05:44:36.287" v="338" actId="2057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13T05:54:55.553" v="381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13T05:54:47.373" v="379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13T05:49:07.545" v="377" actId="20577"/>
          <ac:spMkLst>
            <pc:docMk/>
            <pc:sldMk cId="0" sldId="260"/>
            <ac:spMk id="17" creationId="{00000000-0000-0000-0000-000000000000}"/>
          </ac:spMkLst>
        </pc:spChg>
      </pc:sldChg>
      <pc:sldChg chg="add setBg modNotesTx">
        <pc:chgData name="Hu, Zhirui" userId="e974f7c0-1954-41e0-a846-f4009e449c77" providerId="ADAL" clId="{3902A1AC-ABF6-59CB-90DD-697D8E15BE87}" dt="2026-04-29T15:21:20.003" v="1045" actId="20577"/>
        <pc:sldMkLst>
          <pc:docMk/>
          <pc:sldMk cId="0" sldId="261"/>
        </pc:sldMkLst>
      </pc:sldChg>
      <pc:sldChg chg="modSp add mod setBg">
        <pc:chgData name="Hu, Zhirui" userId="e974f7c0-1954-41e0-a846-f4009e449c77" providerId="ADAL" clId="{3902A1AC-ABF6-59CB-90DD-697D8E15BE87}" dt="2026-04-13T06:06:43.758" v="388" actId="1076"/>
        <pc:sldMkLst>
          <pc:docMk/>
          <pc:sldMk cId="0" sldId="262"/>
        </pc:sldMkLst>
        <pc:spChg chg="mod">
          <ac:chgData name="Hu, Zhirui" userId="e974f7c0-1954-41e0-a846-f4009e449c77" providerId="ADAL" clId="{3902A1AC-ABF6-59CB-90DD-697D8E15BE87}" dt="2026-04-13T06:06:43.758" v="388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13T06:06:31.193" v="386" actId="1076"/>
          <ac:spMkLst>
            <pc:docMk/>
            <pc:sldMk cId="0" sldId="262"/>
            <ac:spMk id="21" creationId="{00000000-0000-0000-0000-000000000000}"/>
          </ac:spMkLst>
        </pc:spChg>
      </pc:sldChg>
      <pc:sldChg chg="addSp delSp modSp new mod modClrScheme chgLayout">
        <pc:chgData name="Hu, Zhirui" userId="e974f7c0-1954-41e0-a846-f4009e449c77" providerId="ADAL" clId="{3902A1AC-ABF6-59CB-90DD-697D8E15BE87}" dt="2026-04-21T04:18:52.405" v="941" actId="20577"/>
        <pc:sldMkLst>
          <pc:docMk/>
          <pc:sldMk cId="2073048486" sldId="263"/>
        </pc:sldMkLst>
        <pc:spChg chg="add mod">
          <ac:chgData name="Hu, Zhirui" userId="e974f7c0-1954-41e0-a846-f4009e449c77" providerId="ADAL" clId="{3902A1AC-ABF6-59CB-90DD-697D8E15BE87}" dt="2026-04-14T06:34:34.872" v="662" actId="20577"/>
          <ac:spMkLst>
            <pc:docMk/>
            <pc:sldMk cId="2073048486" sldId="263"/>
            <ac:spMk id="4" creationId="{6F24631C-3912-B526-B88B-C1BB6D9B472E}"/>
          </ac:spMkLst>
        </pc:spChg>
        <pc:spChg chg="add mod">
          <ac:chgData name="Hu, Zhirui" userId="e974f7c0-1954-41e0-a846-f4009e449c77" providerId="ADAL" clId="{3902A1AC-ABF6-59CB-90DD-697D8E15BE87}" dt="2026-04-21T04:18:52.405" v="941" actId="20577"/>
          <ac:spMkLst>
            <pc:docMk/>
            <pc:sldMk cId="2073048486" sldId="263"/>
            <ac:spMk id="5" creationId="{96C4A5AE-0127-B3B2-9060-64BF44E9C1E3}"/>
          </ac:spMkLst>
        </pc:spChg>
        <pc:spChg chg="add mod">
          <ac:chgData name="Hu, Zhirui" userId="e974f7c0-1954-41e0-a846-f4009e449c77" providerId="ADAL" clId="{3902A1AC-ABF6-59CB-90DD-697D8E15BE87}" dt="2026-04-14T06:39:01.616" v="705" actId="1076"/>
          <ac:spMkLst>
            <pc:docMk/>
            <pc:sldMk cId="2073048486" sldId="263"/>
            <ac:spMk id="6" creationId="{C3FB9A54-C1A0-01DE-4071-24C09371E2CE}"/>
          </ac:spMkLst>
        </pc:spChg>
        <pc:spChg chg="add mod">
          <ac:chgData name="Hu, Zhirui" userId="e974f7c0-1954-41e0-a846-f4009e449c77" providerId="ADAL" clId="{3902A1AC-ABF6-59CB-90DD-697D8E15BE87}" dt="2026-04-14T06:34:41.253" v="664" actId="1076"/>
          <ac:spMkLst>
            <pc:docMk/>
            <pc:sldMk cId="2073048486" sldId="263"/>
            <ac:spMk id="8" creationId="{BC843F8E-8048-74B0-62B1-04C8E51C1F36}"/>
          </ac:spMkLst>
        </pc:spChg>
        <pc:spChg chg="add mod">
          <ac:chgData name="Hu, Zhirui" userId="e974f7c0-1954-41e0-a846-f4009e449c77" providerId="ADAL" clId="{3902A1AC-ABF6-59CB-90DD-697D8E15BE87}" dt="2026-04-14T06:38:42.936" v="702" actId="1076"/>
          <ac:spMkLst>
            <pc:docMk/>
            <pc:sldMk cId="2073048486" sldId="263"/>
            <ac:spMk id="12" creationId="{09674BA1-49E5-A420-E763-29391DC30313}"/>
          </ac:spMkLst>
        </pc:spChg>
        <pc:picChg chg="add mod">
          <ac:chgData name="Hu, Zhirui" userId="e974f7c0-1954-41e0-a846-f4009e449c77" providerId="ADAL" clId="{3902A1AC-ABF6-59CB-90DD-697D8E15BE87}" dt="2026-04-14T06:33:34.538" v="650" actId="1076"/>
          <ac:picMkLst>
            <pc:docMk/>
            <pc:sldMk cId="2073048486" sldId="263"/>
            <ac:picMk id="1026" creationId="{A53A91F3-F277-565C-03FC-5EB6CE353E73}"/>
          </ac:picMkLst>
        </pc:picChg>
      </pc:sldChg>
      <pc:sldChg chg="modSp add mod setBg modNotesTx">
        <pc:chgData name="Hu, Zhirui" userId="e974f7c0-1954-41e0-a846-f4009e449c77" providerId="ADAL" clId="{3902A1AC-ABF6-59CB-90DD-697D8E15BE87}" dt="2026-04-29T16:21:32.358" v="1100" actId="20577"/>
        <pc:sldMkLst>
          <pc:docMk/>
          <pc:sldMk cId="0" sldId="264"/>
        </pc:sldMkLst>
        <pc:spChg chg="mod">
          <ac:chgData name="Hu, Zhirui" userId="e974f7c0-1954-41e0-a846-f4009e449c77" providerId="ADAL" clId="{3902A1AC-ABF6-59CB-90DD-697D8E15BE87}" dt="2026-04-29T16:21:32.358" v="1100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29T16:21:00.266" v="1071" actId="20577"/>
          <ac:spMkLst>
            <pc:docMk/>
            <pc:sldMk cId="0" sldId="264"/>
            <ac:spMk id="26" creationId="{00000000-0000-0000-0000-000000000000}"/>
          </ac:spMkLst>
        </pc:spChg>
      </pc:sldChg>
      <pc:sldChg chg="add setBg modNotesTx">
        <pc:chgData name="Hu, Zhirui" userId="e974f7c0-1954-41e0-a846-f4009e449c77" providerId="ADAL" clId="{3902A1AC-ABF6-59CB-90DD-697D8E15BE87}" dt="2026-04-13T18:44:48.960" v="618" actId="20577"/>
        <pc:sldMkLst>
          <pc:docMk/>
          <pc:sldMk cId="0" sldId="265"/>
        </pc:sldMkLst>
      </pc:sldChg>
      <pc:sldChg chg="addSp delSp modSp new mod">
        <pc:chgData name="Hu, Zhirui" userId="e974f7c0-1954-41e0-a846-f4009e449c77" providerId="ADAL" clId="{3902A1AC-ABF6-59CB-90DD-697D8E15BE87}" dt="2026-04-21T04:19:15.765" v="945" actId="113"/>
        <pc:sldMkLst>
          <pc:docMk/>
          <pc:sldMk cId="4038466867" sldId="266"/>
        </pc:sldMkLst>
        <pc:spChg chg="mod">
          <ac:chgData name="Hu, Zhirui" userId="e974f7c0-1954-41e0-a846-f4009e449c77" providerId="ADAL" clId="{3902A1AC-ABF6-59CB-90DD-697D8E15BE87}" dt="2026-04-14T06:36:03.354" v="686"/>
          <ac:spMkLst>
            <pc:docMk/>
            <pc:sldMk cId="4038466867" sldId="266"/>
            <ac:spMk id="2" creationId="{B06690FC-E4BC-F119-E81B-D67DC30373D7}"/>
          </ac:spMkLst>
        </pc:spChg>
        <pc:spChg chg="add mod">
          <ac:chgData name="Hu, Zhirui" userId="e974f7c0-1954-41e0-a846-f4009e449c77" providerId="ADAL" clId="{3902A1AC-ABF6-59CB-90DD-697D8E15BE87}" dt="2026-04-14T06:41:40.962" v="729" actId="20577"/>
          <ac:spMkLst>
            <pc:docMk/>
            <pc:sldMk cId="4038466867" sldId="266"/>
            <ac:spMk id="5" creationId="{743E1F17-46B0-F78E-A065-2EE76ABE9B6D}"/>
          </ac:spMkLst>
        </pc:spChg>
        <pc:spChg chg="add mod">
          <ac:chgData name="Hu, Zhirui" userId="e974f7c0-1954-41e0-a846-f4009e449c77" providerId="ADAL" clId="{3902A1AC-ABF6-59CB-90DD-697D8E15BE87}" dt="2026-04-14T06:43:19.564" v="771" actId="20577"/>
          <ac:spMkLst>
            <pc:docMk/>
            <pc:sldMk cId="4038466867" sldId="266"/>
            <ac:spMk id="7" creationId="{AFBA127F-BCCD-FBD2-DFD1-572D5692EEBF}"/>
          </ac:spMkLst>
        </pc:spChg>
        <pc:spChg chg="add mod">
          <ac:chgData name="Hu, Zhirui" userId="e974f7c0-1954-41e0-a846-f4009e449c77" providerId="ADAL" clId="{3902A1AC-ABF6-59CB-90DD-697D8E15BE87}" dt="2026-04-21T04:19:15.765" v="945" actId="113"/>
          <ac:spMkLst>
            <pc:docMk/>
            <pc:sldMk cId="4038466867" sldId="266"/>
            <ac:spMk id="9" creationId="{7CC3EF02-E125-96B1-302B-26BF768E108B}"/>
          </ac:spMkLst>
        </pc:spChg>
        <pc:picChg chg="add mod">
          <ac:chgData name="Hu, Zhirui" userId="e974f7c0-1954-41e0-a846-f4009e449c77" providerId="ADAL" clId="{3902A1AC-ABF6-59CB-90DD-697D8E15BE87}" dt="2026-04-14T06:56:41.788" v="853" actId="1076"/>
          <ac:picMkLst>
            <pc:docMk/>
            <pc:sldMk cId="4038466867" sldId="266"/>
            <ac:picMk id="2050" creationId="{CC2C1E6A-345B-BE76-E831-8378CEECC391}"/>
          </ac:picMkLst>
        </pc:picChg>
      </pc:sldChg>
      <pc:sldChg chg="modSp add del mod setBg">
        <pc:chgData name="Hu, Zhirui" userId="e974f7c0-1954-41e0-a846-f4009e449c77" providerId="ADAL" clId="{3902A1AC-ABF6-59CB-90DD-697D8E15BE87}" dt="2026-04-14T16:39:02.672" v="876" actId="20577"/>
        <pc:sldMkLst>
          <pc:docMk/>
          <pc:sldMk cId="0" sldId="267"/>
        </pc:sldMkLst>
        <pc:spChg chg="mod">
          <ac:chgData name="Hu, Zhirui" userId="e974f7c0-1954-41e0-a846-f4009e449c77" providerId="ADAL" clId="{3902A1AC-ABF6-59CB-90DD-697D8E15BE87}" dt="2026-04-14T16:38:40.219" v="862" actId="207"/>
          <ac:spMkLst>
            <pc:docMk/>
            <pc:sldMk cId="0" sldId="267"/>
            <ac:spMk id="3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14T16:39:02.672" v="876" actId="20577"/>
          <ac:spMkLst>
            <pc:docMk/>
            <pc:sldMk cId="0" sldId="267"/>
            <ac:spMk id="15" creationId="{00000000-0000-0000-0000-000000000000}"/>
          </ac:spMkLst>
        </pc:spChg>
      </pc:sldChg>
      <pc:sldChg chg="addSp modSp add mod setBg modNotesTx">
        <pc:chgData name="Hu, Zhirui" userId="e974f7c0-1954-41e0-a846-f4009e449c77" providerId="ADAL" clId="{3902A1AC-ABF6-59CB-90DD-697D8E15BE87}" dt="2026-04-15T02:53:18.763" v="930" actId="20577"/>
        <pc:sldMkLst>
          <pc:docMk/>
          <pc:sldMk cId="0" sldId="268"/>
        </pc:sldMkLst>
        <pc:spChg chg="mod">
          <ac:chgData name="Hu, Zhirui" userId="e974f7c0-1954-41e0-a846-f4009e449c77" providerId="ADAL" clId="{3902A1AC-ABF6-59CB-90DD-697D8E15BE87}" dt="2026-04-14T16:56:55.909" v="889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15T02:53:05.175" v="928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Hu, Zhirui" userId="e974f7c0-1954-41e0-a846-f4009e449c77" providerId="ADAL" clId="{3902A1AC-ABF6-59CB-90DD-697D8E15BE87}" dt="2026-04-14T16:56:01.093" v="881"/>
          <ac:spMkLst>
            <pc:docMk/>
            <pc:sldMk cId="0" sldId="268"/>
            <ac:spMk id="17" creationId="{00000000-0000-0000-0000-000000000000}"/>
          </ac:spMkLst>
        </pc:spChg>
        <pc:spChg chg="add mod">
          <ac:chgData name="Hu, Zhirui" userId="e974f7c0-1954-41e0-a846-f4009e449c77" providerId="ADAL" clId="{3902A1AC-ABF6-59CB-90DD-697D8E15BE87}" dt="2026-04-14T16:56:38.013" v="886" actId="255"/>
          <ac:spMkLst>
            <pc:docMk/>
            <pc:sldMk cId="0" sldId="268"/>
            <ac:spMk id="19" creationId="{5DC7FFE2-89CB-C55D-B447-B2D7447A8BDF}"/>
          </ac:spMkLst>
        </pc:spChg>
      </pc:sldChg>
      <pc:sldChg chg="delSp modSp add mod">
        <pc:chgData name="Hu, Zhirui" userId="e974f7c0-1954-41e0-a846-f4009e449c77" providerId="ADAL" clId="{3902A1AC-ABF6-59CB-90DD-697D8E15BE87}" dt="2026-04-29T16:14:55.154" v="1068" actId="1076"/>
        <pc:sldMkLst>
          <pc:docMk/>
          <pc:sldMk cId="1418142909" sldId="269"/>
        </pc:sldMkLst>
        <pc:spChg chg="mod">
          <ac:chgData name="Hu, Zhirui" userId="e974f7c0-1954-41e0-a846-f4009e449c77" providerId="ADAL" clId="{3902A1AC-ABF6-59CB-90DD-697D8E15BE87}" dt="2026-04-29T16:00:31.447" v="1060" actId="20577"/>
          <ac:spMkLst>
            <pc:docMk/>
            <pc:sldMk cId="1418142909" sldId="269"/>
            <ac:spMk id="4" creationId="{15DBEBD9-E296-D50B-85C0-DA94E3BDBEC3}"/>
          </ac:spMkLst>
        </pc:spChg>
        <pc:spChg chg="del">
          <ac:chgData name="Hu, Zhirui" userId="e974f7c0-1954-41e0-a846-f4009e449c77" providerId="ADAL" clId="{3902A1AC-ABF6-59CB-90DD-697D8E15BE87}" dt="2026-04-29T16:00:38.713" v="1066" actId="478"/>
          <ac:spMkLst>
            <pc:docMk/>
            <pc:sldMk cId="1418142909" sldId="269"/>
            <ac:spMk id="5" creationId="{A88FB799-B33B-90CA-7216-8F35EB31698D}"/>
          </ac:spMkLst>
        </pc:spChg>
        <pc:spChg chg="del">
          <ac:chgData name="Hu, Zhirui" userId="e974f7c0-1954-41e0-a846-f4009e449c77" providerId="ADAL" clId="{3902A1AC-ABF6-59CB-90DD-697D8E15BE87}" dt="2026-04-29T16:00:34.017" v="1061" actId="478"/>
          <ac:spMkLst>
            <pc:docMk/>
            <pc:sldMk cId="1418142909" sldId="269"/>
            <ac:spMk id="7" creationId="{F51F19DF-7745-3E3A-A1BF-596DFA2EEF89}"/>
          </ac:spMkLst>
        </pc:spChg>
        <pc:spChg chg="del">
          <ac:chgData name="Hu, Zhirui" userId="e974f7c0-1954-41e0-a846-f4009e449c77" providerId="ADAL" clId="{3902A1AC-ABF6-59CB-90DD-697D8E15BE87}" dt="2026-04-29T16:00:37.815" v="1065" actId="478"/>
          <ac:spMkLst>
            <pc:docMk/>
            <pc:sldMk cId="1418142909" sldId="269"/>
            <ac:spMk id="8" creationId="{716FA5D2-2273-476C-A701-51C262C277BA}"/>
          </ac:spMkLst>
        </pc:spChg>
        <pc:spChg chg="del mod">
          <ac:chgData name="Hu, Zhirui" userId="e974f7c0-1954-41e0-a846-f4009e449c77" providerId="ADAL" clId="{3902A1AC-ABF6-59CB-90DD-697D8E15BE87}" dt="2026-04-29T16:00:36.377" v="1063" actId="478"/>
          <ac:spMkLst>
            <pc:docMk/>
            <pc:sldMk cId="1418142909" sldId="269"/>
            <ac:spMk id="9" creationId="{23D9AA26-4B56-5CF9-ABF0-A292EE8D5981}"/>
          </ac:spMkLst>
        </pc:spChg>
        <pc:spChg chg="mod">
          <ac:chgData name="Hu, Zhirui" userId="e974f7c0-1954-41e0-a846-f4009e449c77" providerId="ADAL" clId="{3902A1AC-ABF6-59CB-90DD-697D8E15BE87}" dt="2026-04-29T16:00:47.195" v="1067" actId="1076"/>
          <ac:spMkLst>
            <pc:docMk/>
            <pc:sldMk cId="1418142909" sldId="269"/>
            <ac:spMk id="10" creationId="{36BFBD0E-0241-A33E-BE2C-0F33DFBFC717}"/>
          </ac:spMkLst>
        </pc:spChg>
        <pc:spChg chg="mod">
          <ac:chgData name="Hu, Zhirui" userId="e974f7c0-1954-41e0-a846-f4009e449c77" providerId="ADAL" clId="{3902A1AC-ABF6-59CB-90DD-697D8E15BE87}" dt="2026-04-29T16:00:47.195" v="1067" actId="1076"/>
          <ac:spMkLst>
            <pc:docMk/>
            <pc:sldMk cId="1418142909" sldId="269"/>
            <ac:spMk id="12" creationId="{A76F3E02-0805-DE61-C95D-630F4F084D21}"/>
          </ac:spMkLst>
        </pc:spChg>
        <pc:spChg chg="mod">
          <ac:chgData name="Hu, Zhirui" userId="e974f7c0-1954-41e0-a846-f4009e449c77" providerId="ADAL" clId="{3902A1AC-ABF6-59CB-90DD-697D8E15BE87}" dt="2026-04-29T16:00:47.195" v="1067" actId="1076"/>
          <ac:spMkLst>
            <pc:docMk/>
            <pc:sldMk cId="1418142909" sldId="269"/>
            <ac:spMk id="13" creationId="{B1F4C433-C9ED-F67C-D0FB-1E5CC7109816}"/>
          </ac:spMkLst>
        </pc:spChg>
        <pc:spChg chg="mod">
          <ac:chgData name="Hu, Zhirui" userId="e974f7c0-1954-41e0-a846-f4009e449c77" providerId="ADAL" clId="{3902A1AC-ABF6-59CB-90DD-697D8E15BE87}" dt="2026-04-29T16:00:47.195" v="1067" actId="1076"/>
          <ac:spMkLst>
            <pc:docMk/>
            <pc:sldMk cId="1418142909" sldId="269"/>
            <ac:spMk id="14" creationId="{BFF85B43-8864-75A4-B76D-12C80894DD12}"/>
          </ac:spMkLst>
        </pc:spChg>
        <pc:spChg chg="mod">
          <ac:chgData name="Hu, Zhirui" userId="e974f7c0-1954-41e0-a846-f4009e449c77" providerId="ADAL" clId="{3902A1AC-ABF6-59CB-90DD-697D8E15BE87}" dt="2026-04-29T16:14:55.154" v="1068" actId="1076"/>
          <ac:spMkLst>
            <pc:docMk/>
            <pc:sldMk cId="1418142909" sldId="269"/>
            <ac:spMk id="15" creationId="{7700B6DF-80DE-AAF4-49E4-80525C27DDE0}"/>
          </ac:spMkLst>
        </pc:spChg>
        <pc:picChg chg="del">
          <ac:chgData name="Hu, Zhirui" userId="e974f7c0-1954-41e0-a846-f4009e449c77" providerId="ADAL" clId="{3902A1AC-ABF6-59CB-90DD-697D8E15BE87}" dt="2026-04-29T16:00:37.142" v="1064" actId="478"/>
          <ac:picMkLst>
            <pc:docMk/>
            <pc:sldMk cId="1418142909" sldId="269"/>
            <ac:picMk id="6" creationId="{0E473291-5CBE-08C4-BDA9-A20F01DD54AE}"/>
          </ac:picMkLst>
        </pc:picChg>
        <pc:picChg chg="mod">
          <ac:chgData name="Hu, Zhirui" userId="e974f7c0-1954-41e0-a846-f4009e449c77" providerId="ADAL" clId="{3902A1AC-ABF6-59CB-90DD-697D8E15BE87}" dt="2026-04-29T16:00:47.195" v="1067" actId="1076"/>
          <ac:picMkLst>
            <pc:docMk/>
            <pc:sldMk cId="1418142909" sldId="269"/>
            <ac:picMk id="11" creationId="{7EF8A517-523F-A6EE-6667-360A71F5201C}"/>
          </ac:picMkLst>
        </pc:picChg>
      </pc:sldChg>
      <pc:sldChg chg="addSp modSp new mod modClrScheme chgLayout modNotesTx">
        <pc:chgData name="Hu, Zhirui" userId="e974f7c0-1954-41e0-a846-f4009e449c77" providerId="ADAL" clId="{3902A1AC-ABF6-59CB-90DD-697D8E15BE87}" dt="2026-04-29T17:51:50.788" v="1387" actId="20577"/>
        <pc:sldMkLst>
          <pc:docMk/>
          <pc:sldMk cId="3959943611" sldId="270"/>
        </pc:sldMkLst>
        <pc:spChg chg="add mod">
          <ac:chgData name="Hu, Zhirui" userId="e974f7c0-1954-41e0-a846-f4009e449c77" providerId="ADAL" clId="{3902A1AC-ABF6-59CB-90DD-697D8E15BE87}" dt="2026-04-29T17:35:25.937" v="1331" actId="20577"/>
          <ac:spMkLst>
            <pc:docMk/>
            <pc:sldMk cId="3959943611" sldId="270"/>
            <ac:spMk id="2" creationId="{5BBA8F33-DDD8-C5C5-6174-EE8E08F63EB7}"/>
          </ac:spMkLst>
        </pc:spChg>
        <pc:spChg chg="add mod">
          <ac:chgData name="Hu, Zhirui" userId="e974f7c0-1954-41e0-a846-f4009e449c77" providerId="ADAL" clId="{3902A1AC-ABF6-59CB-90DD-697D8E15BE87}" dt="2026-04-29T17:51:50.788" v="1387" actId="20577"/>
          <ac:spMkLst>
            <pc:docMk/>
            <pc:sldMk cId="3959943611" sldId="270"/>
            <ac:spMk id="3" creationId="{EEF345C4-BD9F-DD66-D263-E01786D6530B}"/>
          </ac:spMkLst>
        </pc:spChg>
        <pc:spChg chg="add">
          <ac:chgData name="Hu, Zhirui" userId="e974f7c0-1954-41e0-a846-f4009e449c77" providerId="ADAL" clId="{3902A1AC-ABF6-59CB-90DD-697D8E15BE87}" dt="2026-04-29T16:56:46.810" v="1231"/>
          <ac:spMkLst>
            <pc:docMk/>
            <pc:sldMk cId="3959943611" sldId="270"/>
            <ac:spMk id="4" creationId="{99A410FB-D665-A633-0A6D-C14613314032}"/>
          </ac:spMkLst>
        </pc:spChg>
        <pc:spChg chg="add">
          <ac:chgData name="Hu, Zhirui" userId="e974f7c0-1954-41e0-a846-f4009e449c77" providerId="ADAL" clId="{3902A1AC-ABF6-59CB-90DD-697D8E15BE87}" dt="2026-04-29T16:59:53.179" v="1285"/>
          <ac:spMkLst>
            <pc:docMk/>
            <pc:sldMk cId="3959943611" sldId="270"/>
            <ac:spMk id="5" creationId="{549A2C55-AB5E-A709-ECF7-B2DA934AD4E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CD0F1-4357-464D-941C-C03DC799A395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E15D2E-49D2-B24B-B264-CA3D4C735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1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E15D2E-49D2-B24B-B264-CA3D4C7352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86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type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torch.distributions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package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Post-training quantization (PTQ) is a model compression technique where a trained neural network’s parameters are converted from high-precision numbers in training to lower-precision ones for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Broadcasting allows </a:t>
            </a:r>
            <a:r>
              <a:rPr lang="en-US" dirty="0" err="1"/>
              <a:t>PyTorch</a:t>
            </a:r>
            <a:r>
              <a:rPr lang="en-US" dirty="0"/>
              <a:t> to perform operations on tensors of </a:t>
            </a:r>
            <a:r>
              <a:rPr lang="en-US" b="1" dirty="0"/>
              <a:t>different shapes</a:t>
            </a:r>
            <a:r>
              <a:rPr lang="en-US" dirty="0"/>
              <a:t> without copying data. </a:t>
            </a:r>
            <a:r>
              <a:rPr lang="en-US" dirty="0" err="1"/>
              <a:t>PyTorch</a:t>
            </a:r>
            <a:r>
              <a:rPr lang="en-US" dirty="0"/>
              <a:t> follows NumPy's broadcasting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F9730-17AE-D1BF-444B-8B848B87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35D3A-683E-221A-E2EF-C1303DEB4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8151F5-E549-230B-4583-0D4289316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Broadcasting allows </a:t>
            </a:r>
            <a:r>
              <a:rPr lang="en-US" dirty="0" err="1"/>
              <a:t>PyTorch</a:t>
            </a:r>
            <a:r>
              <a:rPr lang="en-US" dirty="0"/>
              <a:t> to perform operations on tensors of </a:t>
            </a:r>
            <a:r>
              <a:rPr lang="en-US" b="1" dirty="0"/>
              <a:t>different shapes</a:t>
            </a:r>
            <a:r>
              <a:rPr lang="en-US" dirty="0"/>
              <a:t> without copying data. </a:t>
            </a:r>
            <a:r>
              <a:rPr lang="en-US" dirty="0" err="1"/>
              <a:t>PyTorch</a:t>
            </a:r>
            <a:r>
              <a:rPr lang="en-US" dirty="0"/>
              <a:t> follows NumPy's broadcasting rules.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6524F-FAB6-2749-8575-7FE641642A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1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View(): </a:t>
            </a:r>
            <a:r>
              <a:rPr lang="en-US" dirty="0" err="1"/>
              <a:t>zero_copy</a:t>
            </a:r>
            <a:r>
              <a:rPr lang="en-US" dirty="0"/>
              <a:t> for performance</a:t>
            </a:r>
          </a:p>
          <a:p>
            <a:r>
              <a:rPr lang="en-US" dirty="0"/>
              <a:t>Reshape implicitly make a copy to make it contiguous and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computation, move to GPU</a:t>
            </a:r>
          </a:p>
          <a:p>
            <a:r>
              <a:rPr lang="en-US" dirty="0"/>
              <a:t>Operations are memory intensive, move to CPU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 gradients of a loss function with respect to the model parameters (here w1 and b) to train the model,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E15D2E-49D2-B24B-B264-CA3D4C7352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67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fusion: </a:t>
            </a:r>
            <a:r>
              <a:rPr lang="en-US" dirty="0"/>
              <a:t>combining multiple small ops into one </a:t>
            </a:r>
            <a:r>
              <a:rPr lang="en-US"/>
              <a:t>GPU kernel, reordering operations for better memory access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100,000, D = 1,000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E15D2E-49D2-B24B-B264-CA3D4C7352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68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A15FD-8B38-B423-3E34-528886C8C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F816F-BBA8-6184-1D22-8592DA6BA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AEC87-FB89-8A27-CEBF-DA26A25E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593D3-E0CE-496C-7122-E0F08AD3C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F3ACD-52D0-443A-8AD9-C9C63899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4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4E65-4A6B-4340-E57F-911834B2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4A29B-FE09-D1CA-A506-0A68F7BF2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5DCF0-0D05-6831-6FF2-92B102F8B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999EA-7EA6-84F5-0B92-EA5DD0B4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C48F3-7963-5985-CE1A-5C6B255B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58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CF4E-4299-D57E-6168-D146FEC8B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F6786-F56F-7936-2722-6A09A2AC8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5A7AA-47FD-90C6-B8BF-F23A4B669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A3BAF-1582-63DE-208A-328F25C3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FF099-DEE4-B42C-A5AC-15C8E4C00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5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3715-C2DF-04D0-45EF-DA06B8AD7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2EA6B-3D4D-4874-D795-74D1B44B7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1AC4A-DE8F-CCB8-AE7B-9322E8A7A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B5198-767E-E3DD-DFCE-20CB976B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C4A49-E0E2-9CE8-CB10-C2931185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9E73C-1B22-22CA-7418-71C9EC13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0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38502-727F-1F36-9661-5BE2AA54B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2DBA5-5E00-0C67-3A9E-A009E89E1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011E0-2839-33CD-260C-3D4015795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3728-AB20-45B9-B971-3FD30CA5A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FAF97-C369-2D36-650C-555E9A0B5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7F9AC-D46A-B2C4-1E44-5E388FB75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43AE3-1937-463E-9837-2BA3857A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65ADA-F29E-82E6-5604-0DBD43D53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18B65-1989-4659-286F-305CFEE9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E37440-D34B-CDAE-E839-22C999211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E5C2B-263C-C8AC-98FC-AA6923A7B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A2FC6-C07F-DA86-3C9D-DA90FD0D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8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18723-57BF-7FB7-8D2B-8F0CEAAC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10A46-444A-BD9A-C99C-193E47A5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BD6AD-39DB-DFDD-745D-6AE72738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5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99EFC-7D9D-49CD-27C9-0755DCCD2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DDF6B-BF37-8216-73D3-B19B290BB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2AFFED-46EA-B31F-D008-ADE926C09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9D5E4-C989-62A6-B623-C3E84EBE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BEEEE-C035-7781-AAFC-7162C739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9E096-E2A9-AA06-B5ED-5F3FAA62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20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8712C-5FD2-182E-1A9A-A16B6F421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2AEAA-9054-8F3C-8C3F-C77FB5044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7923A-9046-5A0A-2F57-332342ECA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6CD1D-6E65-F092-8EF2-2D534967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BE461-5629-6E8F-52D8-E3217924A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1B3C4-3DD0-0CFA-CF2D-E76F25BC3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43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8185-C3C6-7972-BFDF-B72B765E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E3B7B-1932-B3F1-D16D-80FBEA4EE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E7577-F1A3-FB17-5CDC-3F695228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65C23-357B-ED92-C1D0-C319D295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8F4DC-A8AF-3DB1-0D71-9D24FFB3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30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C96FF1-01CF-ACDE-5EB7-76646EC00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BB44D-9A18-4908-D0BA-BC847AE8F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D28E8-8D61-82C4-0F7E-0BD8BA788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42C02-E905-CE39-2807-DA665811D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70269-7D6B-9F47-53A9-C70B11F8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32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689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D728E7-3191-415F-001B-387F6C9BB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9F140-1630-26AB-600B-5E4EEFF98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7FD24-A8CC-0A41-6F87-C79CB0BED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F03EB-6A87-4E41-B2B5-972B853AA48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CBE96-464F-4A71-8681-A0E70053F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C4864-CD42-835A-6861-6D8E18076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37113-1A6A-B140-8635-4C8E1DEAC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8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E944-4D72-7FFB-8A5A-08B5E667F1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PyTorch</a:t>
            </a:r>
            <a:r>
              <a:rPr lang="en-US" b="1" dirty="0"/>
              <a:t> Basics: Tensors &amp; GPU Execution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2863B-1685-09B4-C768-AFFAD6BDB0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Department of Statistics</a:t>
            </a:r>
          </a:p>
          <a:p>
            <a:r>
              <a:rPr lang="en-US" dirty="0"/>
              <a:t>Oregon State University</a:t>
            </a:r>
          </a:p>
          <a:p>
            <a:r>
              <a:rPr lang="en-US" dirty="0"/>
              <a:t>04/29/2026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191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5A06-4B64-7D25-908B-7C22EE51C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CC4D2-029A-0A2F-CFD1-D2104B1CF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459"/>
          </a:xfrm>
        </p:spPr>
        <p:txBody>
          <a:bodyPr/>
          <a:lstStyle/>
          <a:p>
            <a:r>
              <a:rPr lang="en-US" i="1" dirty="0" err="1"/>
              <a:t>PyTorch</a:t>
            </a:r>
            <a:r>
              <a:rPr lang="en-US" dirty="0"/>
              <a:t> (</a:t>
            </a:r>
            <a:r>
              <a:rPr lang="en-US" dirty="0">
                <a:hlinkClick r:id="rId2"/>
              </a:rPr>
              <a:t>https://pytorch.org/</a:t>
            </a:r>
            <a:r>
              <a:rPr lang="en-US" dirty="0"/>
              <a:t>) is an open-source Python-based deep learning library, the most widely used since 2019</a:t>
            </a:r>
          </a:p>
          <a:p>
            <a:pPr lvl="1"/>
            <a:r>
              <a:rPr lang="en-US" dirty="0"/>
              <a:t>A replacement for NumPy to use the power of GPUs and other accelerators.</a:t>
            </a:r>
          </a:p>
          <a:p>
            <a:pPr lvl="1"/>
            <a:r>
              <a:rPr lang="en-US" dirty="0"/>
              <a:t>An automatic differentiation library (known as </a:t>
            </a:r>
            <a:r>
              <a:rPr lang="en-US" dirty="0" err="1"/>
              <a:t>autograd</a:t>
            </a:r>
            <a:r>
              <a:rPr lang="en-US" dirty="0"/>
              <a:t>) that is useful to implement neural networks.</a:t>
            </a:r>
          </a:p>
          <a:p>
            <a:pPr lvl="1"/>
            <a:r>
              <a:rPr lang="en-US" dirty="0"/>
              <a:t>Offers modular, flexible, and efficient building blocks (e.g. pre-trained models, loss functions, and optimizers) for designing and training deep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2641575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2CC2A-BD7A-AA41-7332-F119BEB9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2548-576D-5DDF-1F7D-D9005BD30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mathematical concept that generalizes vectors and matrices to potentially higher dimensions.</a:t>
            </a:r>
          </a:p>
          <a:p>
            <a:r>
              <a:rPr lang="en-US" dirty="0"/>
              <a:t>From a computational perspective, tensors are multi-dimensional arrays</a:t>
            </a:r>
          </a:p>
          <a:p>
            <a:r>
              <a:rPr lang="en-US" dirty="0" err="1"/>
              <a:t>PyTorch</a:t>
            </a:r>
            <a:r>
              <a:rPr lang="en-US" dirty="0"/>
              <a:t> tensors are similar to NumPy arrays but with additional features for deep learning (similar API and syntax)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BASICS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753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Tensors</a:t>
            </a:r>
            <a:endParaRPr lang="en-US" sz="4267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60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5608320" cy="7437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524256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torch.tensor([1, 2, 3])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torch.tensor([[1,2],[3,4]], dtype=torch.float32)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731520" y="3182112"/>
            <a:ext cx="560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Zeros, Ones &amp; Random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547872"/>
            <a:ext cx="5608320" cy="118262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914400" y="3547872"/>
            <a:ext cx="524256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torch.zeros(3, 4)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torch.ones(2, 3)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torch.rand(3, 3)     # Uniform [0,1)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torch.randn(3, 3)    # Normal(0,1)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731520" y="4974336"/>
            <a:ext cx="560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&amp; Identity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5340096"/>
            <a:ext cx="5608320" cy="9631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914400" y="5340096"/>
            <a:ext cx="524256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torch.arange(0, 10, 2)  # [0,2,4,6,8]</a:t>
            </a:r>
            <a:endParaRPr lang="en-US" sz="1333" dirty="0"/>
          </a:p>
          <a:p>
            <a:r>
              <a:rPr lang="en-US" sz="1333" dirty="0" err="1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torch.linspace</a:t>
            </a:r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1, 5) # 5 evenly spaced</a:t>
            </a:r>
            <a:endParaRPr lang="en-US" sz="1333" dirty="0"/>
          </a:p>
          <a:p>
            <a:r>
              <a:rPr lang="en-US" sz="1333" dirty="0" err="1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torch.eye</a:t>
            </a:r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            # 3x3 identity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808915" y="2182685"/>
            <a:ext cx="4754880" cy="412057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071360" y="1828800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Points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7071360" y="2560320"/>
            <a:ext cx="4267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 are multi-dimensional arrays, similar to NumPy ndarrays</a:t>
            </a:r>
            <a:endParaRPr lang="en-US" sz="1467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 controls precision (see Table in the next slide)</a:t>
            </a:r>
            <a:endParaRPr lang="en-US" sz="1467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requires_grad=True to track gradients for autograd</a:t>
            </a:r>
            <a:endParaRPr lang="en-US" sz="1467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tensors created via device='cuda' argument</a:t>
            </a:r>
            <a:endParaRPr lang="en-US" sz="14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BASICS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 Data Types (dtype)</a:t>
            </a:r>
            <a:endParaRPr lang="en-US" sz="4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87680" y="1706880"/>
          <a:ext cx="11216640" cy="429158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dtype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Bits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Common Use in Deep Learning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4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torch.float16 / half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 mixed-precision training, inference on GPUs with limited VRAM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4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torch.bfloat16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precision on TPUs &amp; modern GPUs (A100+); wider range than FP16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4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torch.float32 / float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dtype — standard training, weights, activations, loss computation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4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torch.float64 / double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used; numerical precision testing, scientific computing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4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torch.int8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Post-training quantization (PTQ), INT8 inference acceleration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4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torch.int16 / short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Uncommon; some audio processing or custom quantization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4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torch.int32 / int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 tensors, class labels, token 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4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torch.int64 / long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integer — target labels, cross-entropy indices, embedding lookups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4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torch.bool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Masks (attention masks, padding masks), conditional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4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torch.complex64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Spectrograms, FFT operations, signal processing in DL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7680" y="6035040"/>
            <a:ext cx="11216640" cy="4876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731520" y="603504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Default:  torch.float32 for floats, torch.int64 for integers.  Use torch.set_default_dtype() to change globally.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BASICS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Shape, Dimensionality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19" y="1828799"/>
            <a:ext cx="7938347" cy="321733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1950720"/>
            <a:ext cx="662392" cy="6623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9671" y="1950720"/>
            <a:ext cx="6174270" cy="662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 &amp; Dimensionality</a:t>
            </a:r>
            <a:endParaRPr lang="en-US" sz="1867" dirty="0"/>
          </a:p>
        </p:txBody>
      </p:sp>
      <p:sp>
        <p:nvSpPr>
          <p:cNvPr id="8" name="Shape 5"/>
          <p:cNvSpPr/>
          <p:nvPr/>
        </p:nvSpPr>
        <p:spPr>
          <a:xfrm>
            <a:off x="897467" y="2753358"/>
            <a:ext cx="7409124" cy="139531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1097279" y="2499359"/>
            <a:ext cx="6879901" cy="1892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torch.rand(2, 3, 4)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x.shape       # torch.Size([2, 3, 4])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x.ndim        # 3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x.numel()     # 24  (total elements)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x.size(0)     # 2   (first dimension)</a:t>
            </a:r>
            <a:endParaRPr lang="en-US" sz="13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BASICS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 Multiplication &amp; Broadcasting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731520" y="1767840"/>
            <a:ext cx="60960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731520" y="1767840"/>
            <a:ext cx="73152" cy="1463040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975360" y="1828800"/>
            <a:ext cx="5608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E4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Element-wise  ( * 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157984"/>
            <a:ext cx="573024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097280" y="2157984"/>
            <a:ext cx="536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torch.tensor([1, 2, 3])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torch.tensor([4, 5, 6])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* b          # [4, 10, 18]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Also: torch.mul(a, 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5360" y="2926080"/>
            <a:ext cx="5608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must match or be broadcastable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413760"/>
            <a:ext cx="60960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731520" y="341376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975360" y="3474720"/>
            <a:ext cx="5608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Matrix Multiply  ( @ 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803904"/>
            <a:ext cx="573024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1097280" y="3803904"/>
            <a:ext cx="536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torch.rand(2, 3)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torch.rand(3, 4)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@ B          # [2, 4]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Also: torch.matmul(A, 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5360" y="4572000"/>
            <a:ext cx="5608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dims must match: [m,k] @ [k,n] → [m,n]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059680"/>
            <a:ext cx="60960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731520" y="5059680"/>
            <a:ext cx="73152" cy="1463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975360" y="5120640"/>
            <a:ext cx="5608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Batched MatMul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5449824"/>
            <a:ext cx="573024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097280" y="5449824"/>
            <a:ext cx="536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torch.rand(8, 3, 4)  # batch=8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torch.rand(8, 4, 5)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@ B    # [8, 3, 5]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Also: torch.bmm(A, B)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5360" y="6217920"/>
            <a:ext cx="5608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dims broadcast; last 2 dims follow matrix rules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93280" y="1767840"/>
            <a:ext cx="4511040" cy="4693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7193280" y="1767840"/>
            <a:ext cx="4511040" cy="4876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7437120" y="176784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 Rules</a:t>
            </a:r>
            <a:endParaRPr lang="en-US" sz="1733" dirty="0"/>
          </a:p>
        </p:txBody>
      </p:sp>
      <p:sp>
        <p:nvSpPr>
          <p:cNvPr id="26" name="Shape 24"/>
          <p:cNvSpPr/>
          <p:nvPr/>
        </p:nvSpPr>
        <p:spPr>
          <a:xfrm>
            <a:off x="7437120" y="2438400"/>
            <a:ext cx="341376" cy="341376"/>
          </a:xfrm>
          <a:prstGeom prst="ellipse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7437120" y="243840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7924800" y="243840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dimensions from the right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7437120" y="2987040"/>
            <a:ext cx="341376" cy="341376"/>
          </a:xfrm>
          <a:prstGeom prst="ellipse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7437120" y="298704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33" dirty="0"/>
          </a:p>
        </p:txBody>
      </p:sp>
      <p:sp>
        <p:nvSpPr>
          <p:cNvPr id="31" name="Text 29"/>
          <p:cNvSpPr/>
          <p:nvPr/>
        </p:nvSpPr>
        <p:spPr>
          <a:xfrm>
            <a:off x="7924800" y="298704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must be equal or one of them is 1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7437120" y="3535680"/>
            <a:ext cx="341376" cy="341376"/>
          </a:xfrm>
          <a:prstGeom prst="ellipse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7437120" y="3535680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7924800" y="353568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dims are treated as size 1</a:t>
            </a:r>
            <a:endParaRPr lang="en-US" sz="1333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/>
        </p:nvGraphicFramePr>
        <p:xfrm>
          <a:off x="7315200" y="4267200"/>
          <a:ext cx="4267200" cy="1975104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shape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 shape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Result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4]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4]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 4]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1]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4]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 4]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[5]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5]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 5]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[2, 1, 3]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[4, 3]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 4, 3]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4]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[5, 4]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F6906-FA2A-53C6-72D7-12ACAC3A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031F77-5830-FA46-7FDB-8DBCEF621728}"/>
              </a:ext>
            </a:extLst>
          </p:cNvPr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6B7734-21B0-ADCE-BF88-37E8A4062B55}"/>
              </a:ext>
            </a:extLst>
          </p:cNvPr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BASICS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DBEBD9-E296-D50B-85C0-DA94E3BDBEC3}"/>
              </a:ext>
            </a:extLst>
          </p:cNvPr>
          <p:cNvSpPr/>
          <p:nvPr/>
        </p:nvSpPr>
        <p:spPr>
          <a:xfrm>
            <a:off x="731520" y="9144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</a:t>
            </a:r>
            <a:endParaRPr lang="en-US" sz="4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6BFBD0E-0241-A33E-BE2C-0F33DFBFC717}"/>
              </a:ext>
            </a:extLst>
          </p:cNvPr>
          <p:cNvSpPr/>
          <p:nvPr/>
        </p:nvSpPr>
        <p:spPr>
          <a:xfrm>
            <a:off x="670560" y="1889760"/>
            <a:ext cx="4998720" cy="2072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7EF8A517-523F-A6EE-6667-360A71F52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426720" cy="42672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A76F3E02-0805-DE61-C95D-630F4F084D21}"/>
              </a:ext>
            </a:extLst>
          </p:cNvPr>
          <p:cNvSpPr/>
          <p:nvPr/>
        </p:nvSpPr>
        <p:spPr>
          <a:xfrm>
            <a:off x="1463040" y="2011680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 Rules</a:t>
            </a:r>
            <a:endParaRPr lang="en-US" sz="1867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B1F4C433-C9ED-F67C-D0FB-1E5CC7109816}"/>
              </a:ext>
            </a:extLst>
          </p:cNvPr>
          <p:cNvSpPr/>
          <p:nvPr/>
        </p:nvSpPr>
        <p:spPr>
          <a:xfrm>
            <a:off x="853440" y="2560320"/>
            <a:ext cx="4632960" cy="1219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FF85B43-8864-75A4-B76D-12C80894DD12}"/>
              </a:ext>
            </a:extLst>
          </p:cNvPr>
          <p:cNvSpPr/>
          <p:nvPr/>
        </p:nvSpPr>
        <p:spPr>
          <a:xfrm>
            <a:off x="1036320" y="2560320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torch.rand(3, 1)   # shape [3,1]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torch.rand(1, 4)   # shape [1,4]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+ b               # shape [3,4]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Dims align right-to-left;</a:t>
            </a:r>
            <a:endParaRPr lang="en-US" sz="1333" dirty="0"/>
          </a:p>
          <a:p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size 1 stretches to match</a:t>
            </a:r>
            <a:endParaRPr lang="en-US" sz="1333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700B6DF-80DE-AAF4-49E4-80525C27DDE0}"/>
              </a:ext>
            </a:extLst>
          </p:cNvPr>
          <p:cNvSpPr/>
          <p:nvPr/>
        </p:nvSpPr>
        <p:spPr>
          <a:xfrm>
            <a:off x="670560" y="4267200"/>
            <a:ext cx="108508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89BBCB2-CC3B-C5C0-7D6F-24305B747FBD}"/>
              </a:ext>
            </a:extLst>
          </p:cNvPr>
          <p:cNvSpPr/>
          <p:nvPr/>
        </p:nvSpPr>
        <p:spPr>
          <a:xfrm>
            <a:off x="975360" y="438912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 Visualization</a:t>
            </a:r>
            <a:endParaRPr lang="en-US" sz="1867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1385C44-0D0E-5F66-7B01-3F5D554DF508}"/>
              </a:ext>
            </a:extLst>
          </p:cNvPr>
          <p:cNvSpPr/>
          <p:nvPr/>
        </p:nvSpPr>
        <p:spPr>
          <a:xfrm>
            <a:off x="1341120" y="4693920"/>
            <a:ext cx="975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1]</a:t>
            </a:r>
            <a:endParaRPr lang="en-US" sz="12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8C0D19B-97AA-951C-94DE-56E91DD24018}"/>
              </a:ext>
            </a:extLst>
          </p:cNvPr>
          <p:cNvSpPr/>
          <p:nvPr/>
        </p:nvSpPr>
        <p:spPr>
          <a:xfrm>
            <a:off x="1463040" y="4998720"/>
            <a:ext cx="670560" cy="365760"/>
          </a:xfrm>
          <a:prstGeom prst="rect">
            <a:avLst/>
          </a:prstGeom>
          <a:solidFill>
            <a:srgbClr val="EE4C2C">
              <a:alpha val="80000"/>
            </a:srgbClr>
          </a:solidFill>
          <a:ln w="12700">
            <a:solidFill>
              <a:srgbClr val="EE4C2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E35F5649-02C2-3DD8-2635-F3574C2E0D4D}"/>
              </a:ext>
            </a:extLst>
          </p:cNvPr>
          <p:cNvSpPr/>
          <p:nvPr/>
        </p:nvSpPr>
        <p:spPr>
          <a:xfrm>
            <a:off x="1463040" y="499872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a₁</a:t>
            </a:r>
            <a:endParaRPr lang="en-US" sz="1333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DDF5AEB6-B248-A438-6B7F-A71265ACC592}"/>
              </a:ext>
            </a:extLst>
          </p:cNvPr>
          <p:cNvSpPr/>
          <p:nvPr/>
        </p:nvSpPr>
        <p:spPr>
          <a:xfrm>
            <a:off x="1463040" y="5425440"/>
            <a:ext cx="670560" cy="365760"/>
          </a:xfrm>
          <a:prstGeom prst="rect">
            <a:avLst/>
          </a:prstGeom>
          <a:solidFill>
            <a:srgbClr val="EE4C2C">
              <a:alpha val="80000"/>
            </a:srgbClr>
          </a:solidFill>
          <a:ln w="12700">
            <a:solidFill>
              <a:srgbClr val="EE4C2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6375775-6D2A-27CD-57D2-3BE8C5D9BE66}"/>
              </a:ext>
            </a:extLst>
          </p:cNvPr>
          <p:cNvSpPr/>
          <p:nvPr/>
        </p:nvSpPr>
        <p:spPr>
          <a:xfrm>
            <a:off x="1463040" y="542544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a₂</a:t>
            </a:r>
            <a:endParaRPr lang="en-US" sz="1333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AC0FB905-4E8A-8B49-1593-0C50A99C426E}"/>
              </a:ext>
            </a:extLst>
          </p:cNvPr>
          <p:cNvSpPr/>
          <p:nvPr/>
        </p:nvSpPr>
        <p:spPr>
          <a:xfrm>
            <a:off x="1463040" y="5852160"/>
            <a:ext cx="670560" cy="365760"/>
          </a:xfrm>
          <a:prstGeom prst="rect">
            <a:avLst/>
          </a:prstGeom>
          <a:solidFill>
            <a:srgbClr val="EE4C2C">
              <a:alpha val="80000"/>
            </a:srgbClr>
          </a:solidFill>
          <a:ln w="12700">
            <a:solidFill>
              <a:srgbClr val="EE4C2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E2FBE887-D69F-FE47-BDA2-32D3AB0DDDB0}"/>
              </a:ext>
            </a:extLst>
          </p:cNvPr>
          <p:cNvSpPr/>
          <p:nvPr/>
        </p:nvSpPr>
        <p:spPr>
          <a:xfrm>
            <a:off x="1463040" y="585216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a₃</a:t>
            </a:r>
            <a:endParaRPr lang="en-US" sz="1333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31C9997D-0324-05DD-4244-4B0AC86DAACA}"/>
              </a:ext>
            </a:extLst>
          </p:cNvPr>
          <p:cNvSpPr/>
          <p:nvPr/>
        </p:nvSpPr>
        <p:spPr>
          <a:xfrm>
            <a:off x="2438400" y="530352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2933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6578AB6D-D7D4-FDE8-DA0A-10D1B486661B}"/>
              </a:ext>
            </a:extLst>
          </p:cNvPr>
          <p:cNvSpPr/>
          <p:nvPr/>
        </p:nvSpPr>
        <p:spPr>
          <a:xfrm>
            <a:off x="3169920" y="4693920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4]</a:t>
            </a:r>
            <a:endParaRPr lang="en-US" sz="12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8E53E3AB-54A7-6A33-215A-551C5102B354}"/>
              </a:ext>
            </a:extLst>
          </p:cNvPr>
          <p:cNvSpPr/>
          <p:nvPr/>
        </p:nvSpPr>
        <p:spPr>
          <a:xfrm>
            <a:off x="3291840" y="4998720"/>
            <a:ext cx="670560" cy="36576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19397F8F-D7B7-CCB8-52EA-F882D2A42861}"/>
              </a:ext>
            </a:extLst>
          </p:cNvPr>
          <p:cNvSpPr/>
          <p:nvPr/>
        </p:nvSpPr>
        <p:spPr>
          <a:xfrm>
            <a:off x="3291840" y="499872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</a:t>
            </a:r>
            <a:endParaRPr lang="en-US" sz="1333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D590CE6B-47A6-B0EF-50C6-5277BE64616D}"/>
              </a:ext>
            </a:extLst>
          </p:cNvPr>
          <p:cNvSpPr/>
          <p:nvPr/>
        </p:nvSpPr>
        <p:spPr>
          <a:xfrm>
            <a:off x="4023360" y="4998720"/>
            <a:ext cx="670560" cy="36576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551BA65E-F16D-8EA0-8D2B-C3C70D9BBCE9}"/>
              </a:ext>
            </a:extLst>
          </p:cNvPr>
          <p:cNvSpPr/>
          <p:nvPr/>
        </p:nvSpPr>
        <p:spPr>
          <a:xfrm>
            <a:off x="4023360" y="499872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</a:t>
            </a:r>
            <a:endParaRPr lang="en-US" sz="1333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FDECA0A7-E16C-B8C5-6A7D-FE641352F9FA}"/>
              </a:ext>
            </a:extLst>
          </p:cNvPr>
          <p:cNvSpPr/>
          <p:nvPr/>
        </p:nvSpPr>
        <p:spPr>
          <a:xfrm>
            <a:off x="4754880" y="4998720"/>
            <a:ext cx="670560" cy="36576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B558E1F8-8CC2-7C38-91DA-09DF7B2B1408}"/>
              </a:ext>
            </a:extLst>
          </p:cNvPr>
          <p:cNvSpPr/>
          <p:nvPr/>
        </p:nvSpPr>
        <p:spPr>
          <a:xfrm>
            <a:off x="4754880" y="499872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b₃</a:t>
            </a:r>
            <a:endParaRPr lang="en-US" sz="1333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B41F7691-2F43-FA1B-9E6B-020E3DD311CB}"/>
              </a:ext>
            </a:extLst>
          </p:cNvPr>
          <p:cNvSpPr/>
          <p:nvPr/>
        </p:nvSpPr>
        <p:spPr>
          <a:xfrm>
            <a:off x="5486400" y="4998720"/>
            <a:ext cx="670560" cy="36576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D428E38F-B327-9DA8-8762-49FACADF68FF}"/>
              </a:ext>
            </a:extLst>
          </p:cNvPr>
          <p:cNvSpPr/>
          <p:nvPr/>
        </p:nvSpPr>
        <p:spPr>
          <a:xfrm>
            <a:off x="5486400" y="499872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b₄</a:t>
            </a:r>
            <a:endParaRPr lang="en-US" sz="1333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BCBD94ED-0D82-4E9E-267E-E3A50DD0B79D}"/>
              </a:ext>
            </a:extLst>
          </p:cNvPr>
          <p:cNvSpPr/>
          <p:nvPr/>
        </p:nvSpPr>
        <p:spPr>
          <a:xfrm>
            <a:off x="6339840" y="530352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2933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3C870511-EBBA-BEBD-D607-5B98F903E863}"/>
              </a:ext>
            </a:extLst>
          </p:cNvPr>
          <p:cNvSpPr/>
          <p:nvPr/>
        </p:nvSpPr>
        <p:spPr>
          <a:xfrm>
            <a:off x="6949440" y="469392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4]</a:t>
            </a:r>
            <a:endParaRPr lang="en-US" sz="1200" dirty="0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DE46E0E2-E3F3-745D-7E9F-4BB731E0692A}"/>
              </a:ext>
            </a:extLst>
          </p:cNvPr>
          <p:cNvSpPr/>
          <p:nvPr/>
        </p:nvSpPr>
        <p:spPr>
          <a:xfrm>
            <a:off x="7071360" y="499872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65783C6D-E35B-9214-3DE0-8984F33C811A}"/>
              </a:ext>
            </a:extLst>
          </p:cNvPr>
          <p:cNvSpPr/>
          <p:nvPr/>
        </p:nvSpPr>
        <p:spPr>
          <a:xfrm>
            <a:off x="7802880" y="499872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53F71393-D78C-77E2-A502-5CADDE408B7F}"/>
              </a:ext>
            </a:extLst>
          </p:cNvPr>
          <p:cNvSpPr/>
          <p:nvPr/>
        </p:nvSpPr>
        <p:spPr>
          <a:xfrm>
            <a:off x="8534400" y="499872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D79A2BED-F84C-4B59-E48C-0CA79D2CB916}"/>
              </a:ext>
            </a:extLst>
          </p:cNvPr>
          <p:cNvSpPr/>
          <p:nvPr/>
        </p:nvSpPr>
        <p:spPr>
          <a:xfrm>
            <a:off x="9265920" y="499872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C9A698E7-29DE-7C4A-443F-1E17DDE9794A}"/>
              </a:ext>
            </a:extLst>
          </p:cNvPr>
          <p:cNvSpPr/>
          <p:nvPr/>
        </p:nvSpPr>
        <p:spPr>
          <a:xfrm>
            <a:off x="7071360" y="542544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7AD734F8-198F-B874-E21E-BDEEE8BB585B}"/>
              </a:ext>
            </a:extLst>
          </p:cNvPr>
          <p:cNvSpPr/>
          <p:nvPr/>
        </p:nvSpPr>
        <p:spPr>
          <a:xfrm>
            <a:off x="7802880" y="542544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2DDE95D3-7B7F-6A70-B638-E2121D972E31}"/>
              </a:ext>
            </a:extLst>
          </p:cNvPr>
          <p:cNvSpPr/>
          <p:nvPr/>
        </p:nvSpPr>
        <p:spPr>
          <a:xfrm>
            <a:off x="8534400" y="542544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CEF38FA3-9065-55BB-B629-80B401609CF9}"/>
              </a:ext>
            </a:extLst>
          </p:cNvPr>
          <p:cNvSpPr/>
          <p:nvPr/>
        </p:nvSpPr>
        <p:spPr>
          <a:xfrm>
            <a:off x="9265920" y="542544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4CFDF363-6789-E103-7911-21819B75ECB7}"/>
              </a:ext>
            </a:extLst>
          </p:cNvPr>
          <p:cNvSpPr/>
          <p:nvPr/>
        </p:nvSpPr>
        <p:spPr>
          <a:xfrm>
            <a:off x="7071360" y="585216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FFCE322D-19D6-EEEB-34D7-3FB5AFAD36E1}"/>
              </a:ext>
            </a:extLst>
          </p:cNvPr>
          <p:cNvSpPr/>
          <p:nvPr/>
        </p:nvSpPr>
        <p:spPr>
          <a:xfrm>
            <a:off x="7802880" y="585216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Shape 42">
            <a:extLst>
              <a:ext uri="{FF2B5EF4-FFF2-40B4-BE49-F238E27FC236}">
                <a16:creationId xmlns:a16="http://schemas.microsoft.com/office/drawing/2014/main" id="{85A1A990-8763-E73C-73D9-77B5693659EF}"/>
              </a:ext>
            </a:extLst>
          </p:cNvPr>
          <p:cNvSpPr/>
          <p:nvPr/>
        </p:nvSpPr>
        <p:spPr>
          <a:xfrm>
            <a:off x="8534400" y="585216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Shape 43">
            <a:extLst>
              <a:ext uri="{FF2B5EF4-FFF2-40B4-BE49-F238E27FC236}">
                <a16:creationId xmlns:a16="http://schemas.microsoft.com/office/drawing/2014/main" id="{107A7E2B-2FE3-9BCD-41E4-D2080DA26F41}"/>
              </a:ext>
            </a:extLst>
          </p:cNvPr>
          <p:cNvSpPr/>
          <p:nvPr/>
        </p:nvSpPr>
        <p:spPr>
          <a:xfrm>
            <a:off x="9265920" y="5852160"/>
            <a:ext cx="67056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6525C32E-730E-C185-0F5A-D2C2322786EA}"/>
              </a:ext>
            </a:extLst>
          </p:cNvPr>
          <p:cNvSpPr/>
          <p:nvPr/>
        </p:nvSpPr>
        <p:spPr>
          <a:xfrm>
            <a:off x="7071360" y="6278880"/>
            <a:ext cx="3169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1814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731520" y="42672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BASICS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view(), reshape(), permute(), transpose()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2255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73152" cy="2255520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975360" y="192633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EE4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view()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975360" y="2292096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Reshapes tensor without copying data. Requires contiguous memory layout.</a:t>
            </a:r>
            <a:endParaRPr lang="en-US" sz="1267" dirty="0"/>
          </a:p>
        </p:txBody>
      </p:sp>
      <p:sp>
        <p:nvSpPr>
          <p:cNvPr id="9" name="Shape 7"/>
          <p:cNvSpPr/>
          <p:nvPr/>
        </p:nvSpPr>
        <p:spPr>
          <a:xfrm>
            <a:off x="914400" y="3194304"/>
            <a:ext cx="4754880" cy="7680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1072896" y="3194304"/>
            <a:ext cx="4450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torch.arange(12)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x.view(3, 4)   # [3, 4]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x.view(2, -1)  # [2, 6] inferred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120640" cy="2255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73152" cy="2255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461760" y="192633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reshape()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6461760" y="2292096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view() but works on non-contiguous tensors — may copy data if needed.</a:t>
            </a:r>
            <a:endParaRPr lang="en-US" sz="1267" dirty="0"/>
          </a:p>
        </p:txBody>
      </p:sp>
      <p:sp>
        <p:nvSpPr>
          <p:cNvPr id="15" name="Shape 13"/>
          <p:cNvSpPr/>
          <p:nvPr/>
        </p:nvSpPr>
        <p:spPr>
          <a:xfrm>
            <a:off x="6400800" y="2999232"/>
            <a:ext cx="4754880" cy="9631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559296" y="2999232"/>
            <a:ext cx="445008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torch.arange(12).view(3,4)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x.t()   # non-contiguous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y.reshape(4, 3)  # works!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y.view(4,3) may raise error depends on version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450080"/>
            <a:ext cx="5120640" cy="2255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731520" y="4450080"/>
            <a:ext cx="73152" cy="2255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975360" y="454761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permute()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975360" y="4913376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all dimensions at once. Returns a view (no data copy).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914400" y="5815584"/>
            <a:ext cx="4754880" cy="7680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1072896" y="5815584"/>
            <a:ext cx="4450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torch.rand(2, 3, 4)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[batch, height, width] -&gt; [batch, width, height]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x.permute(0, 2, 1)  # [2, 4, 3]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450080"/>
            <a:ext cx="5120640" cy="2255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6217920" y="4450080"/>
            <a:ext cx="73152" cy="22555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461760" y="454761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transpose()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6461760" y="4913376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exactly two dimensions. Returns a view (no data copy). Alias: .T for 2D tensors.</a:t>
            </a:r>
            <a:endParaRPr lang="en-US" sz="1267" dirty="0"/>
          </a:p>
        </p:txBody>
      </p:sp>
      <p:sp>
        <p:nvSpPr>
          <p:cNvPr id="27" name="Shape 25"/>
          <p:cNvSpPr/>
          <p:nvPr/>
        </p:nvSpPr>
        <p:spPr>
          <a:xfrm>
            <a:off x="6400800" y="5815584"/>
            <a:ext cx="4754880" cy="7680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559296" y="5815584"/>
            <a:ext cx="4450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torch.rand(3, 4)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x.transpose(0, 1)  # [4, 3]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x.T                # same as above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6720"/>
            <a:ext cx="243840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731520" y="42672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TRANSFER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Tensors Between Devices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4267200" cy="4511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267200" cy="6096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975360" y="1828800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 (Host)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914400" y="2621280"/>
            <a:ext cx="3901440" cy="21945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097280" y="26212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Default: tensors on CPU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torch.tensor([1.0, 2.0, 3.0])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x.device  # device(type='cpu')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Explicit CPU placement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torch.rand(3, 3, device='cpu')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Move back from GPU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x_cpu = x_gpu.cpu()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x_cpu = x_gpu.to('cpu')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998720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RAM  •  General computation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5303520" y="3413760"/>
            <a:ext cx="1584960" cy="670560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5303520" y="3413760"/>
            <a:ext cx="1584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.to(device)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5303520" y="4084320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EE4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2667" dirty="0"/>
          </a:p>
        </p:txBody>
      </p:sp>
      <p:sp>
        <p:nvSpPr>
          <p:cNvPr id="14" name="Shape 12"/>
          <p:cNvSpPr/>
          <p:nvPr/>
        </p:nvSpPr>
        <p:spPr>
          <a:xfrm>
            <a:off x="7193280" y="1828800"/>
            <a:ext cx="4389120" cy="4511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7193280" y="1828800"/>
            <a:ext cx="4389120" cy="609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437120" y="1828800"/>
            <a:ext cx="3901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(Device)</a:t>
            </a:r>
            <a:endParaRPr lang="en-US" sz="2133" dirty="0"/>
          </a:p>
        </p:txBody>
      </p:sp>
      <p:sp>
        <p:nvSpPr>
          <p:cNvPr id="17" name="Shape 15"/>
          <p:cNvSpPr/>
          <p:nvPr/>
        </p:nvSpPr>
        <p:spPr>
          <a:xfrm>
            <a:off x="7376160" y="2621280"/>
            <a:ext cx="4023360" cy="21945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559040" y="26212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Move to GPU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x_gpu = x.cuda()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x_gpu = x.to('cuda')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x_gpu = x.to('cuda:0')  # specific GPU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directly on GPU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torch.rand(3, 3, device='cuda')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device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x.is_cuda  # True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76160" y="499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 •  Parallel computation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731520" y="5547360"/>
            <a:ext cx="10850880" cy="853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975360" y="554736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Best Practice:  Minimize CPU↔GPU transfers — they are expensive.  Use torch.cuda.is_available() before .cuda() calls.</a:t>
            </a:r>
            <a:endParaRPr lang="en-US" sz="146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24631C-3912-B526-B88B-C1BB6D9B4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graphs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C4A5AE-0127-B3B2-9060-64BF44E9C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2183" y="1393074"/>
            <a:ext cx="4005129" cy="4351338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torch.nn.functional</a:t>
            </a:r>
            <a:r>
              <a:rPr lang="en-US" dirty="0"/>
              <a:t> </a:t>
            </a:r>
            <a:r>
              <a:rPr lang="en-US" b="1" dirty="0"/>
              <a:t>as</a:t>
            </a:r>
            <a:r>
              <a:rPr lang="en-US" dirty="0"/>
              <a:t> 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 </a:t>
            </a:r>
            <a:r>
              <a:rPr lang="en-US" b="1" dirty="0"/>
              <a:t>=</a:t>
            </a:r>
            <a:r>
              <a:rPr lang="en-US" dirty="0"/>
              <a:t> </a:t>
            </a:r>
            <a:r>
              <a:rPr lang="en-US" dirty="0" err="1"/>
              <a:t>torch.tensor</a:t>
            </a:r>
            <a:r>
              <a:rPr lang="en-US" dirty="0"/>
              <a:t>([1.0])  </a:t>
            </a:r>
            <a:r>
              <a:rPr lang="en-US" i="1" dirty="0"/>
              <a:t># true label</a:t>
            </a:r>
          </a:p>
          <a:p>
            <a:pPr marL="0" indent="0">
              <a:buNone/>
            </a:pPr>
            <a:r>
              <a:rPr lang="en-US" dirty="0"/>
              <a:t>x1 </a:t>
            </a:r>
            <a:r>
              <a:rPr lang="en-US" b="1" dirty="0"/>
              <a:t>=</a:t>
            </a:r>
            <a:r>
              <a:rPr lang="en-US" dirty="0"/>
              <a:t> </a:t>
            </a:r>
            <a:r>
              <a:rPr lang="en-US" dirty="0" err="1"/>
              <a:t>torch.tensor</a:t>
            </a:r>
            <a:r>
              <a:rPr lang="en-US" dirty="0"/>
              <a:t>([1.1]) </a:t>
            </a:r>
            <a:r>
              <a:rPr lang="en-US" i="1" dirty="0"/>
              <a:t># input feature</a:t>
            </a:r>
          </a:p>
          <a:p>
            <a:pPr marL="0" indent="0">
              <a:buNone/>
            </a:pPr>
            <a:r>
              <a:rPr lang="en-US" dirty="0"/>
              <a:t>w1 </a:t>
            </a:r>
            <a:r>
              <a:rPr lang="en-US" b="1" dirty="0"/>
              <a:t>=</a:t>
            </a:r>
            <a:r>
              <a:rPr lang="en-US" dirty="0"/>
              <a:t> </a:t>
            </a:r>
            <a:r>
              <a:rPr lang="en-US" dirty="0" err="1"/>
              <a:t>torch.tensor</a:t>
            </a:r>
            <a:r>
              <a:rPr lang="en-US" dirty="0"/>
              <a:t>([2.2], </a:t>
            </a:r>
            <a:r>
              <a:rPr lang="en-US" dirty="0" err="1"/>
              <a:t>requires_grad</a:t>
            </a:r>
            <a:r>
              <a:rPr lang="en-US" b="1" dirty="0"/>
              <a:t>=</a:t>
            </a:r>
            <a:r>
              <a:rPr lang="en-US" dirty="0"/>
              <a:t>True)</a:t>
            </a:r>
          </a:p>
          <a:p>
            <a:pPr marL="0" indent="0">
              <a:buNone/>
            </a:pPr>
            <a:r>
              <a:rPr lang="en-US" dirty="0"/>
              <a:t>) </a:t>
            </a:r>
            <a:r>
              <a:rPr lang="en-US" i="1" dirty="0"/>
              <a:t># weight parameter</a:t>
            </a:r>
          </a:p>
          <a:p>
            <a:pPr marL="0" indent="0">
              <a:buNone/>
            </a:pPr>
            <a:r>
              <a:rPr lang="en-US" dirty="0"/>
              <a:t>b </a:t>
            </a:r>
            <a:r>
              <a:rPr lang="en-US" b="1" dirty="0"/>
              <a:t>=</a:t>
            </a:r>
            <a:r>
              <a:rPr lang="en-US" dirty="0"/>
              <a:t> </a:t>
            </a:r>
            <a:r>
              <a:rPr lang="en-US" dirty="0" err="1"/>
              <a:t>torch.tensor</a:t>
            </a:r>
            <a:r>
              <a:rPr lang="en-US" dirty="0"/>
              <a:t>([0.0], </a:t>
            </a:r>
            <a:r>
              <a:rPr lang="en-US" dirty="0" err="1"/>
              <a:t>requires_grad</a:t>
            </a:r>
            <a:r>
              <a:rPr lang="en-US" b="1" dirty="0"/>
              <a:t>=</a:t>
            </a:r>
            <a:r>
              <a:rPr lang="en-US" dirty="0"/>
              <a:t>True)</a:t>
            </a:r>
          </a:p>
          <a:p>
            <a:pPr marL="0" indent="0">
              <a:buNone/>
            </a:pPr>
            <a:r>
              <a:rPr lang="en-US" dirty="0"/>
              <a:t>)  </a:t>
            </a:r>
            <a:r>
              <a:rPr lang="en-US" i="1" dirty="0"/>
              <a:t># bias unit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z </a:t>
            </a:r>
            <a:r>
              <a:rPr lang="en-US" b="1" dirty="0"/>
              <a:t>=</a:t>
            </a:r>
            <a:r>
              <a:rPr lang="en-US" dirty="0"/>
              <a:t> x1 </a:t>
            </a:r>
            <a:r>
              <a:rPr lang="en-US" b="1" dirty="0"/>
              <a:t>*</a:t>
            </a:r>
            <a:r>
              <a:rPr lang="en-US" dirty="0"/>
              <a:t> w1 </a:t>
            </a:r>
            <a:r>
              <a:rPr lang="en-US" b="1" dirty="0"/>
              <a:t>+</a:t>
            </a:r>
            <a:r>
              <a:rPr lang="en-US" dirty="0"/>
              <a:t> b          </a:t>
            </a:r>
            <a:r>
              <a:rPr lang="en-US" i="1" dirty="0"/>
              <a:t># net input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=</a:t>
            </a:r>
            <a:r>
              <a:rPr lang="en-US" dirty="0"/>
              <a:t> </a:t>
            </a:r>
            <a:r>
              <a:rPr lang="en-US" dirty="0" err="1"/>
              <a:t>torch.sigmoid</a:t>
            </a:r>
            <a:r>
              <a:rPr lang="en-US" dirty="0"/>
              <a:t>(z)     </a:t>
            </a:r>
            <a:r>
              <a:rPr lang="en-US" i="1" dirty="0"/>
              <a:t># activation &amp; output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loss </a:t>
            </a:r>
            <a:r>
              <a:rPr lang="en-US" b="1" dirty="0"/>
              <a:t>=</a:t>
            </a:r>
            <a:r>
              <a:rPr lang="en-US" dirty="0"/>
              <a:t> </a:t>
            </a:r>
            <a:r>
              <a:rPr lang="en-US" dirty="0" err="1"/>
              <a:t>F.binary_cross_entropy</a:t>
            </a:r>
            <a:r>
              <a:rPr lang="en-US" dirty="0"/>
              <a:t>(a, y)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(loss)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PyTorch in One Hour: From Tensors to Training Neural Networks on Multiple GPUs illustration">
            <a:extLst>
              <a:ext uri="{FF2B5EF4-FFF2-40B4-BE49-F238E27FC236}">
                <a16:creationId xmlns:a16="http://schemas.microsoft.com/office/drawing/2014/main" id="{A53A91F3-F277-565C-03FC-5EB6CE353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61667"/>
            <a:ext cx="7619432" cy="288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FB9A54-C1A0-01DE-4071-24C09371E2CE}"/>
              </a:ext>
            </a:extLst>
          </p:cNvPr>
          <p:cNvSpPr txBox="1"/>
          <p:nvPr/>
        </p:nvSpPr>
        <p:spPr>
          <a:xfrm>
            <a:off x="946874" y="5513579"/>
            <a:ext cx="2965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843F8E-8048-74B0-62B1-04C8E51C1F36}"/>
              </a:ext>
            </a:extLst>
          </p:cNvPr>
          <p:cNvSpPr txBox="1"/>
          <p:nvPr/>
        </p:nvSpPr>
        <p:spPr>
          <a:xfrm>
            <a:off x="681526" y="1684772"/>
            <a:ext cx="6097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Helvetica" pitchFamily="2" charset="0"/>
              </a:rPr>
              <a:t>A computational graph is a directed graph that allows us to express and visualize mathematical expressions.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674BA1-49E5-A420-E763-29391DC30313}"/>
              </a:ext>
            </a:extLst>
          </p:cNvPr>
          <p:cNvSpPr txBox="1"/>
          <p:nvPr/>
        </p:nvSpPr>
        <p:spPr>
          <a:xfrm>
            <a:off x="8005271" y="1023742"/>
            <a:ext cx="3206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Helvetica" pitchFamily="2" charset="0"/>
              </a:rPr>
              <a:t>logistic regression classifier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04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690FC-E4BC-F119-E81B-D67DC3037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Backpropagation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E1F17-46B0-F78E-A065-2EE76ABE9B6D}"/>
              </a:ext>
            </a:extLst>
          </p:cNvPr>
          <p:cNvSpPr txBox="1"/>
          <p:nvPr/>
        </p:nvSpPr>
        <p:spPr>
          <a:xfrm>
            <a:off x="684376" y="4244561"/>
            <a:ext cx="3733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111111"/>
                </a:solidFill>
                <a:effectLst/>
                <a:latin typeface="Helvetica" pitchFamily="2" charset="0"/>
              </a:rPr>
              <a:t>PyTorch’s</a:t>
            </a:r>
            <a:r>
              <a:rPr lang="en-US" b="0" i="0" dirty="0">
                <a:solidFill>
                  <a:srgbClr val="111111"/>
                </a:solidFill>
                <a:effectLst/>
                <a:latin typeface="Helvetica" pitchFamily="2" charset="0"/>
              </a:rPr>
              <a:t>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Helvetica" pitchFamily="2" charset="0"/>
              </a:rPr>
              <a:t>autograd</a:t>
            </a:r>
            <a:r>
              <a:rPr lang="en-US" b="0" i="0" dirty="0">
                <a:solidFill>
                  <a:srgbClr val="111111"/>
                </a:solidFill>
                <a:effectLst/>
                <a:latin typeface="Helvetica" pitchFamily="2" charset="0"/>
              </a:rPr>
              <a:t> provides functions to compute gradients in computational graphs automatically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A127F-BCCD-FBD2-DFD1-572D5692EEBF}"/>
              </a:ext>
            </a:extLst>
          </p:cNvPr>
          <p:cNvSpPr txBox="1"/>
          <p:nvPr/>
        </p:nvSpPr>
        <p:spPr>
          <a:xfrm>
            <a:off x="684376" y="2090461"/>
            <a:ext cx="32381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Helvetica" pitchFamily="2" charset="0"/>
              </a:rPr>
              <a:t>M</a:t>
            </a:r>
            <a:r>
              <a:rPr lang="en-US" b="0" i="0" dirty="0">
                <a:solidFill>
                  <a:srgbClr val="111111"/>
                </a:solidFill>
                <a:effectLst/>
                <a:latin typeface="Helvetica" pitchFamily="2" charset="0"/>
              </a:rPr>
              <a:t>ain training algorithm for neural networks</a:t>
            </a:r>
          </a:p>
          <a:p>
            <a:endParaRPr lang="en-US" b="0" i="0" dirty="0">
              <a:solidFill>
                <a:srgbClr val="111111"/>
              </a:solidFill>
              <a:effectLst/>
              <a:latin typeface="Helvetica" pitchFamily="2" charset="0"/>
            </a:endParaRPr>
          </a:p>
          <a:p>
            <a:r>
              <a:rPr lang="en-US" dirty="0">
                <a:solidFill>
                  <a:srgbClr val="111111"/>
                </a:solidFill>
                <a:latin typeface="Helvetica" pitchFamily="2" charset="0"/>
              </a:rPr>
              <a:t>Calculate gradients of a loss function with respect to the model parameters by applying chain rules</a:t>
            </a:r>
          </a:p>
        </p:txBody>
      </p:sp>
      <p:pic>
        <p:nvPicPr>
          <p:cNvPr id="2050" name="Picture 2" descr="PyTorch in One Hour: From Tensors to Training Neural Networks on Multiple GPUs illustration">
            <a:extLst>
              <a:ext uri="{FF2B5EF4-FFF2-40B4-BE49-F238E27FC236}">
                <a16:creationId xmlns:a16="http://schemas.microsoft.com/office/drawing/2014/main" id="{CC2C1E6A-345B-BE76-E831-8378CEECC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176" y="1286872"/>
            <a:ext cx="7577627" cy="520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3EF02-E125-96B1-302B-26BF768E108B}"/>
              </a:ext>
            </a:extLst>
          </p:cNvPr>
          <p:cNvSpPr txBox="1"/>
          <p:nvPr/>
        </p:nvSpPr>
        <p:spPr>
          <a:xfrm>
            <a:off x="9794192" y="5571128"/>
            <a:ext cx="186227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 err="1"/>
              <a:t>loss.backward</a:t>
            </a:r>
            <a:r>
              <a:rPr lang="en-US" b="1" dirty="0"/>
              <a:t>()</a:t>
            </a:r>
          </a:p>
          <a:p>
            <a:r>
              <a:rPr lang="en-US" dirty="0"/>
              <a:t>print(w1.grad)</a:t>
            </a:r>
          </a:p>
          <a:p>
            <a:r>
              <a:rPr lang="en-US" dirty="0"/>
              <a:t>print(</a:t>
            </a:r>
            <a:r>
              <a:rPr lang="en-US" dirty="0" err="1"/>
              <a:t>b.grad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38466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6720"/>
            <a:ext cx="2682240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731520" y="42672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GRAPH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Lazy Execution Concepts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42560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242560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975360" y="1828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Eager Execution (PyTorch default)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975359" y="2499360"/>
            <a:ext cx="490202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execute immediately as called</a:t>
            </a:r>
            <a:endParaRPr lang="en-US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 returns a concrete tensor result</a:t>
            </a:r>
            <a:endParaRPr lang="en-US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debug</a:t>
            </a:r>
            <a:endParaRPr lang="en-US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Python control flow works naturally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39840" y="1828800"/>
            <a:ext cx="5242560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6339840" y="1828800"/>
            <a:ext cx="5242560" cy="548640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583680" y="1828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Lazy / Deferred Execution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583680" y="249936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graph of operations first</a:t>
            </a:r>
            <a:endParaRPr lang="en-US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computation deferred until needed</a:t>
            </a:r>
            <a:endParaRPr lang="en-US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optimizations: operator fusion, reordering</a:t>
            </a:r>
            <a:endParaRPr lang="en-US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torch.compile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31520" y="4693920"/>
            <a:ext cx="10850880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4779264"/>
            <a:ext cx="341376" cy="3413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02080" y="4779264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torch.compile() — Best of Both Worlds</a:t>
            </a:r>
            <a:endParaRPr lang="en-US" sz="1733" dirty="0"/>
          </a:p>
        </p:txBody>
      </p:sp>
      <p:sp>
        <p:nvSpPr>
          <p:cNvPr id="16" name="Shape 13"/>
          <p:cNvSpPr/>
          <p:nvPr/>
        </p:nvSpPr>
        <p:spPr>
          <a:xfrm>
            <a:off x="914400" y="5218176"/>
            <a:ext cx="10485120" cy="1072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4"/>
          <p:cNvSpPr/>
          <p:nvPr/>
        </p:nvSpPr>
        <p:spPr>
          <a:xfrm>
            <a:off x="1097280" y="5218176"/>
            <a:ext cx="101193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@torch.compile                    # JIT-compiles the function on first call, Python decorator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train_step(model, x, y):      # → builds optimized graph lazily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 = model(x)               # → fuses ops, eliminates redundancies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F.cross_entropy(pred, y)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</a:t>
            </a:r>
            <a:endParaRPr lang="en-US" sz="1200" dirty="0"/>
          </a:p>
          <a:p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loss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C7FFE2-89CB-C55D-B447-B2D7447A8BDF}"/>
              </a:ext>
            </a:extLst>
          </p:cNvPr>
          <p:cNvSpPr txBox="1"/>
          <p:nvPr/>
        </p:nvSpPr>
        <p:spPr>
          <a:xfrm>
            <a:off x="859221" y="6458188"/>
            <a:ext cx="73262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train_step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14181F"/>
                </a:solidFill>
                <a:effectLst/>
              </a:rPr>
              <a:t>=</a:t>
            </a:r>
            <a:r>
              <a:rPr lang="en-US" sz="1400" dirty="0"/>
              <a:t> </a:t>
            </a:r>
            <a:r>
              <a:rPr lang="en-US" sz="1400" dirty="0" err="1"/>
              <a:t>torch</a:t>
            </a:r>
            <a:r>
              <a:rPr lang="en-US" sz="1400" dirty="0" err="1">
                <a:solidFill>
                  <a:srgbClr val="2B303B"/>
                </a:solidFill>
                <a:effectLst/>
              </a:rPr>
              <a:t>.</a:t>
            </a:r>
            <a:r>
              <a:rPr lang="en-US" sz="1400" dirty="0" err="1">
                <a:solidFill>
                  <a:srgbClr val="B34A00"/>
                </a:solidFill>
                <a:effectLst/>
              </a:rPr>
              <a:t>compile</a:t>
            </a:r>
            <a:r>
              <a:rPr lang="en-US" sz="1400" dirty="0">
                <a:solidFill>
                  <a:srgbClr val="2B303B"/>
                </a:solidFill>
                <a:effectLst/>
              </a:rPr>
              <a:t>(</a:t>
            </a:r>
            <a:r>
              <a:rPr lang="en-US" sz="1400" dirty="0" err="1"/>
              <a:t>train_step</a:t>
            </a:r>
            <a:r>
              <a:rPr lang="en-US" sz="1400" dirty="0">
                <a:solidFill>
                  <a:srgbClr val="2B303B"/>
                </a:solidFill>
                <a:effectLst/>
              </a:rPr>
              <a:t>)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6E7687"/>
                </a:solidFill>
                <a:effectLst/>
              </a:rPr>
              <a:t># equivalent to the decorator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731520" y="60960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850880" cy="103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85344" cy="1036320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097280" y="1743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E4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 Basics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133600"/>
            <a:ext cx="9997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reshape, and manipulate multi-dimensional arrays with view, reshape, permute, transpose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0850880" cy="103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85344" cy="1036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1097280" y="30236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Management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413760"/>
            <a:ext cx="9997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tensors between CPU and GPU with .to(), .cuda(), .cpu() — minimize transfers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10850880" cy="103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85344" cy="1036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1097280" y="4303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Performance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4693920"/>
            <a:ext cx="9997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torch.cuda.synchronize() for accurate timing; GPU excels at large parallel ops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486400"/>
            <a:ext cx="10850880" cy="103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731520" y="5486400"/>
            <a:ext cx="85344" cy="1036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1097280" y="5583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Computation Graphs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5974080"/>
            <a:ext cx="9997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 builds dynamic graphs during forward pass; .backward() computes all gradients automatically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EE4C2C"/>
          </a:solidFill>
          <a:ln/>
        </p:spPr>
        <p:txBody>
          <a:bodyPr/>
          <a:lstStyle/>
          <a:p>
            <a:endParaRPr 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8F33-DDD8-C5C5-6174-EE8E08F63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45C4-BD9F-DD66-D263-E01786D65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linear regression with gradient descent</a:t>
            </a:r>
          </a:p>
          <a:p>
            <a:pPr lvl="1"/>
            <a:r>
              <a:rPr lang="en-US" dirty="0"/>
              <a:t>Compare CPU vs. GPU performance with different number of features/sample sizes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autograd</a:t>
            </a:r>
            <a:r>
              <a:rPr lang="en-US" dirty="0"/>
              <a:t> directly not </a:t>
            </a:r>
            <a:r>
              <a:rPr lang="en-US" dirty="0" err="1"/>
              <a:t>torch.optim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943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4187</TotalTime>
  <Words>2012</Words>
  <Application>Microsoft Macintosh PowerPoint</Application>
  <PresentationFormat>Widescreen</PresentationFormat>
  <Paragraphs>278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Consolas</vt:lpstr>
      <vt:lpstr>Helvetica</vt:lpstr>
      <vt:lpstr>Trebuchet MS</vt:lpstr>
      <vt:lpstr>Office Theme</vt:lpstr>
      <vt:lpstr>PyTorch Basics: Tensors &amp; GPU Execution </vt:lpstr>
      <vt:lpstr>What is Pytorch</vt:lpstr>
      <vt:lpstr>Tensor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Computational graphs</vt:lpstr>
      <vt:lpstr>Backpropagation</vt:lpstr>
      <vt:lpstr>PowerPoint Presentation</vt:lpstr>
      <vt:lpstr>PowerPoint Presentation</vt:lpstr>
      <vt:lpstr>Homework (Optional)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Zhirui Hu</dc:creator>
  <cp:lastModifiedBy>Zhirui Hu</cp:lastModifiedBy>
  <cp:revision>1</cp:revision>
  <dcterms:created xsi:type="dcterms:W3CDTF">2026-04-11T04:21:28Z</dcterms:created>
  <dcterms:modified xsi:type="dcterms:W3CDTF">2026-04-29T17:51:56Z</dcterms:modified>
</cp:coreProperties>
</file>