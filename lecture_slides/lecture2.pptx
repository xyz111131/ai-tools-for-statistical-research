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5" r:id="rId4"/>
    <p:sldId id="258" r:id="rId5"/>
    <p:sldId id="259" r:id="rId6"/>
    <p:sldId id="260" r:id="rId7"/>
    <p:sldId id="262" r:id="rId8"/>
    <p:sldId id="263" r:id="rId9"/>
    <p:sldId id="276" r:id="rId10"/>
    <p:sldId id="261" r:id="rId11"/>
    <p:sldId id="264" r:id="rId12"/>
    <p:sldId id="277" r:id="rId13"/>
    <p:sldId id="265" r:id="rId14"/>
    <p:sldId id="266" r:id="rId15"/>
    <p:sldId id="267" r:id="rId16"/>
    <p:sldId id="268" r:id="rId17"/>
    <p:sldId id="270" r:id="rId18"/>
    <p:sldId id="269" r:id="rId19"/>
    <p:sldId id="271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C9B48C-1258-A246-B3E8-BD184A275B69}" v="156" dt="2026-04-24T17:02:11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41"/>
    <p:restoredTop sz="94937"/>
  </p:normalViewPr>
  <p:slideViewPr>
    <p:cSldViewPr snapToGrid="0">
      <p:cViewPr varScale="1">
        <p:scale>
          <a:sx n="214" d="100"/>
          <a:sy n="214" d="100"/>
        </p:scale>
        <p:origin x="10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, Zhirui" userId="e974f7c0-1954-41e0-a846-f4009e449c77" providerId="ADAL" clId="{3902A1AC-ABF6-59CB-90DD-697D8E15BE87}"/>
    <pc:docChg chg="undo redo custSel addSld delSld modSld sldOrd">
      <pc:chgData name="Hu, Zhirui" userId="e974f7c0-1954-41e0-a846-f4009e449c77" providerId="ADAL" clId="{3902A1AC-ABF6-59CB-90DD-697D8E15BE87}" dt="2026-04-24T17:04:55.572" v="4207" actId="20577"/>
      <pc:docMkLst>
        <pc:docMk/>
      </pc:docMkLst>
      <pc:sldChg chg="modSp mod">
        <pc:chgData name="Hu, Zhirui" userId="e974f7c0-1954-41e0-a846-f4009e449c77" providerId="ADAL" clId="{3902A1AC-ABF6-59CB-90DD-697D8E15BE87}" dt="2026-04-24T04:39:29.688" v="2423" actId="20577"/>
        <pc:sldMkLst>
          <pc:docMk/>
          <pc:sldMk cId="473768179" sldId="256"/>
        </pc:sldMkLst>
        <pc:spChg chg="mod">
          <ac:chgData name="Hu, Zhirui" userId="e974f7c0-1954-41e0-a846-f4009e449c77" providerId="ADAL" clId="{3902A1AC-ABF6-59CB-90DD-697D8E15BE87}" dt="2026-04-24T04:39:29.688" v="2423" actId="20577"/>
          <ac:spMkLst>
            <pc:docMk/>
            <pc:sldMk cId="473768179" sldId="256"/>
            <ac:spMk id="2" creationId="{B4A55343-08DD-2775-3689-7EE5107E7F2A}"/>
          </ac:spMkLst>
        </pc:spChg>
        <pc:spChg chg="mod">
          <ac:chgData name="Hu, Zhirui" userId="e974f7c0-1954-41e0-a846-f4009e449c77" providerId="ADAL" clId="{3902A1AC-ABF6-59CB-90DD-697D8E15BE87}" dt="2026-04-09T00:39:12.177" v="58" actId="20577"/>
          <ac:spMkLst>
            <pc:docMk/>
            <pc:sldMk cId="473768179" sldId="256"/>
            <ac:spMk id="3" creationId="{4F02B73A-36FE-2FF0-A31A-3086145D2865}"/>
          </ac:spMkLst>
        </pc:spChg>
      </pc:sldChg>
      <pc:sldChg chg="modSp new mod modNotesTx">
        <pc:chgData name="Hu, Zhirui" userId="e974f7c0-1954-41e0-a846-f4009e449c77" providerId="ADAL" clId="{3902A1AC-ABF6-59CB-90DD-697D8E15BE87}" dt="2026-04-24T04:47:41.801" v="2490" actId="20577"/>
        <pc:sldMkLst>
          <pc:docMk/>
          <pc:sldMk cId="3423988224" sldId="257"/>
        </pc:sldMkLst>
        <pc:spChg chg="mod">
          <ac:chgData name="Hu, Zhirui" userId="e974f7c0-1954-41e0-a846-f4009e449c77" providerId="ADAL" clId="{3902A1AC-ABF6-59CB-90DD-697D8E15BE87}" dt="2026-04-09T00:39:45.152" v="73" actId="20577"/>
          <ac:spMkLst>
            <pc:docMk/>
            <pc:sldMk cId="3423988224" sldId="257"/>
            <ac:spMk id="2" creationId="{F197AE89-F120-6601-63DF-923A9781F051}"/>
          </ac:spMkLst>
        </pc:spChg>
        <pc:spChg chg="mod">
          <ac:chgData name="Hu, Zhirui" userId="e974f7c0-1954-41e0-a846-f4009e449c77" providerId="ADAL" clId="{3902A1AC-ABF6-59CB-90DD-697D8E15BE87}" dt="2026-04-24T04:41:55.324" v="2461" actId="20577"/>
          <ac:spMkLst>
            <pc:docMk/>
            <pc:sldMk cId="3423988224" sldId="257"/>
            <ac:spMk id="3" creationId="{ABE21CB7-E022-E277-8E97-FCDCE0C36930}"/>
          </ac:spMkLst>
        </pc:spChg>
      </pc:sldChg>
      <pc:sldChg chg="addSp modSp new mod">
        <pc:chgData name="Hu, Zhirui" userId="e974f7c0-1954-41e0-a846-f4009e449c77" providerId="ADAL" clId="{3902A1AC-ABF6-59CB-90DD-697D8E15BE87}" dt="2026-04-24T04:43:09.739" v="2484" actId="20577"/>
        <pc:sldMkLst>
          <pc:docMk/>
          <pc:sldMk cId="352220091" sldId="258"/>
        </pc:sldMkLst>
        <pc:spChg chg="mod">
          <ac:chgData name="Hu, Zhirui" userId="e974f7c0-1954-41e0-a846-f4009e449c77" providerId="ADAL" clId="{3902A1AC-ABF6-59CB-90DD-697D8E15BE87}" dt="2026-04-24T04:42:46.368" v="2476" actId="20577"/>
          <ac:spMkLst>
            <pc:docMk/>
            <pc:sldMk cId="352220091" sldId="258"/>
            <ac:spMk id="2" creationId="{CF3457E8-F55C-72A9-AA72-BFA4D8ED62AB}"/>
          </ac:spMkLst>
        </pc:spChg>
        <pc:spChg chg="mod">
          <ac:chgData name="Hu, Zhirui" userId="e974f7c0-1954-41e0-a846-f4009e449c77" providerId="ADAL" clId="{3902A1AC-ABF6-59CB-90DD-697D8E15BE87}" dt="2026-04-24T04:43:09.739" v="2484" actId="20577"/>
          <ac:spMkLst>
            <pc:docMk/>
            <pc:sldMk cId="352220091" sldId="258"/>
            <ac:spMk id="3" creationId="{6E9EBC69-4A80-E31A-F8FB-805B4B537EE0}"/>
          </ac:spMkLst>
        </pc:spChg>
        <pc:picChg chg="add mod modCrop">
          <ac:chgData name="Hu, Zhirui" userId="e974f7c0-1954-41e0-a846-f4009e449c77" providerId="ADAL" clId="{3902A1AC-ABF6-59CB-90DD-697D8E15BE87}" dt="2026-04-09T00:50:29.506" v="183" actId="732"/>
          <ac:picMkLst>
            <pc:docMk/>
            <pc:sldMk cId="352220091" sldId="258"/>
            <ac:picMk id="4" creationId="{8F0498DB-FE9F-525A-6992-16690901FFA8}"/>
          </ac:picMkLst>
        </pc:picChg>
      </pc:sldChg>
      <pc:sldChg chg="addSp delSp modSp new mod">
        <pc:chgData name="Hu, Zhirui" userId="e974f7c0-1954-41e0-a846-f4009e449c77" providerId="ADAL" clId="{3902A1AC-ABF6-59CB-90DD-697D8E15BE87}" dt="2026-04-09T00:55:40.167" v="236" actId="20577"/>
        <pc:sldMkLst>
          <pc:docMk/>
          <pc:sldMk cId="1602618097" sldId="259"/>
        </pc:sldMkLst>
        <pc:spChg chg="mod">
          <ac:chgData name="Hu, Zhirui" userId="e974f7c0-1954-41e0-a846-f4009e449c77" providerId="ADAL" clId="{3902A1AC-ABF6-59CB-90DD-697D8E15BE87}" dt="2026-04-09T00:53:06.867" v="201"/>
          <ac:spMkLst>
            <pc:docMk/>
            <pc:sldMk cId="1602618097" sldId="259"/>
            <ac:spMk id="2" creationId="{ACD546C9-CE63-BC32-7503-DFACCB915A8F}"/>
          </ac:spMkLst>
        </pc:spChg>
        <pc:spChg chg="add mod">
          <ac:chgData name="Hu, Zhirui" userId="e974f7c0-1954-41e0-a846-f4009e449c77" providerId="ADAL" clId="{3902A1AC-ABF6-59CB-90DD-697D8E15BE87}" dt="2026-04-09T00:55:40.167" v="236" actId="20577"/>
          <ac:spMkLst>
            <pc:docMk/>
            <pc:sldMk cId="1602618097" sldId="259"/>
            <ac:spMk id="7" creationId="{9348925C-1961-CFF5-974C-4E3699911C2D}"/>
          </ac:spMkLst>
        </pc:spChg>
        <pc:picChg chg="add mod">
          <ac:chgData name="Hu, Zhirui" userId="e974f7c0-1954-41e0-a846-f4009e449c77" providerId="ADAL" clId="{3902A1AC-ABF6-59CB-90DD-697D8E15BE87}" dt="2026-04-09T00:53:12.459" v="203" actId="1076"/>
          <ac:picMkLst>
            <pc:docMk/>
            <pc:sldMk cId="1602618097" sldId="259"/>
            <ac:picMk id="4" creationId="{83B054EE-FDAE-0425-3234-ADC8BB4BFDD9}"/>
          </ac:picMkLst>
        </pc:picChg>
      </pc:sldChg>
      <pc:sldChg chg="addSp delSp modSp new mod modNotesTx">
        <pc:chgData name="Hu, Zhirui" userId="e974f7c0-1954-41e0-a846-f4009e449c77" providerId="ADAL" clId="{3902A1AC-ABF6-59CB-90DD-697D8E15BE87}" dt="2026-04-24T05:09:17.832" v="2913" actId="20577"/>
        <pc:sldMkLst>
          <pc:docMk/>
          <pc:sldMk cId="3515485034" sldId="260"/>
        </pc:sldMkLst>
        <pc:spChg chg="mod">
          <ac:chgData name="Hu, Zhirui" userId="e974f7c0-1954-41e0-a846-f4009e449c77" providerId="ADAL" clId="{3902A1AC-ABF6-59CB-90DD-697D8E15BE87}" dt="2026-04-09T01:05:31.083" v="238"/>
          <ac:spMkLst>
            <pc:docMk/>
            <pc:sldMk cId="3515485034" sldId="260"/>
            <ac:spMk id="2" creationId="{20FC37B4-9C04-2454-4CAF-0A841481F0C4}"/>
          </ac:spMkLst>
        </pc:spChg>
        <pc:spChg chg="mod">
          <ac:chgData name="Hu, Zhirui" userId="e974f7c0-1954-41e0-a846-f4009e449c77" providerId="ADAL" clId="{3902A1AC-ABF6-59CB-90DD-697D8E15BE87}" dt="2026-04-24T05:09:17.832" v="2913" actId="20577"/>
          <ac:spMkLst>
            <pc:docMk/>
            <pc:sldMk cId="3515485034" sldId="260"/>
            <ac:spMk id="3" creationId="{D7E796A7-378E-20FF-7E43-D9FD2E8CB745}"/>
          </ac:spMkLst>
        </pc:spChg>
        <pc:spChg chg="add mod">
          <ac:chgData name="Hu, Zhirui" userId="e974f7c0-1954-41e0-a846-f4009e449c77" providerId="ADAL" clId="{3902A1AC-ABF6-59CB-90DD-697D8E15BE87}" dt="2026-04-10T05:22:33.126" v="1344" actId="1076"/>
          <ac:spMkLst>
            <pc:docMk/>
            <pc:sldMk cId="3515485034" sldId="260"/>
            <ac:spMk id="7" creationId="{177A4708-EB95-12CF-D7D0-CD0A7107DA9B}"/>
          </ac:spMkLst>
        </pc:spChg>
      </pc:sldChg>
      <pc:sldChg chg="addSp delSp modSp new mod">
        <pc:chgData name="Hu, Zhirui" userId="e974f7c0-1954-41e0-a846-f4009e449c77" providerId="ADAL" clId="{3902A1AC-ABF6-59CB-90DD-697D8E15BE87}" dt="2026-04-09T04:29:49.780" v="808"/>
        <pc:sldMkLst>
          <pc:docMk/>
          <pc:sldMk cId="3623495311" sldId="261"/>
        </pc:sldMkLst>
        <pc:spChg chg="mod">
          <ac:chgData name="Hu, Zhirui" userId="e974f7c0-1954-41e0-a846-f4009e449c77" providerId="ADAL" clId="{3902A1AC-ABF6-59CB-90DD-697D8E15BE87}" dt="2026-04-09T04:18:23.384" v="641" actId="20577"/>
          <ac:spMkLst>
            <pc:docMk/>
            <pc:sldMk cId="3623495311" sldId="261"/>
            <ac:spMk id="2" creationId="{36E9A4DD-29EF-0F99-ED1E-E9D2AEC49509}"/>
          </ac:spMkLst>
        </pc:spChg>
        <pc:spChg chg="mod">
          <ac:chgData name="Hu, Zhirui" userId="e974f7c0-1954-41e0-a846-f4009e449c77" providerId="ADAL" clId="{3902A1AC-ABF6-59CB-90DD-697D8E15BE87}" dt="2026-04-09T04:29:38.070" v="805" actId="20577"/>
          <ac:spMkLst>
            <pc:docMk/>
            <pc:sldMk cId="3623495311" sldId="261"/>
            <ac:spMk id="3" creationId="{E37AF3AC-1D1C-C388-BC93-A0A78E4065D2}"/>
          </ac:spMkLst>
        </pc:spChg>
        <pc:spChg chg="add mod">
          <ac:chgData name="Hu, Zhirui" userId="e974f7c0-1954-41e0-a846-f4009e449c77" providerId="ADAL" clId="{3902A1AC-ABF6-59CB-90DD-697D8E15BE87}" dt="2026-04-09T04:18:34.542" v="644" actId="1076"/>
          <ac:spMkLst>
            <pc:docMk/>
            <pc:sldMk cId="3623495311" sldId="261"/>
            <ac:spMk id="5" creationId="{71AF0FBA-8F62-5BD2-8A56-07C349E0098D}"/>
          </ac:spMkLst>
        </pc:spChg>
      </pc:sldChg>
      <pc:sldChg chg="addSp delSp modSp new mod">
        <pc:chgData name="Hu, Zhirui" userId="e974f7c0-1954-41e0-a846-f4009e449c77" providerId="ADAL" clId="{3902A1AC-ABF6-59CB-90DD-697D8E15BE87}" dt="2026-04-09T03:54:21.618" v="382" actId="1076"/>
        <pc:sldMkLst>
          <pc:docMk/>
          <pc:sldMk cId="3838565181" sldId="262"/>
        </pc:sldMkLst>
        <pc:spChg chg="add mod">
          <ac:chgData name="Hu, Zhirui" userId="e974f7c0-1954-41e0-a846-f4009e449c77" providerId="ADAL" clId="{3902A1AC-ABF6-59CB-90DD-697D8E15BE87}" dt="2026-04-09T03:53:02.729" v="379" actId="20577"/>
          <ac:spMkLst>
            <pc:docMk/>
            <pc:sldMk cId="3838565181" sldId="262"/>
            <ac:spMk id="8" creationId="{C073F7B1-CDC3-E282-FFCA-1EB36BBDB972}"/>
          </ac:spMkLst>
        </pc:spChg>
        <pc:spChg chg="add mod">
          <ac:chgData name="Hu, Zhirui" userId="e974f7c0-1954-41e0-a846-f4009e449c77" providerId="ADAL" clId="{3902A1AC-ABF6-59CB-90DD-697D8E15BE87}" dt="2026-04-09T03:54:21.618" v="382" actId="1076"/>
          <ac:spMkLst>
            <pc:docMk/>
            <pc:sldMk cId="3838565181" sldId="262"/>
            <ac:spMk id="10" creationId="{A75ACE80-461B-1053-F7A8-253BF0FA94B7}"/>
          </ac:spMkLst>
        </pc:spChg>
        <pc:graphicFrameChg chg="add mod modGraphic">
          <ac:chgData name="Hu, Zhirui" userId="e974f7c0-1954-41e0-a846-f4009e449c77" providerId="ADAL" clId="{3902A1AC-ABF6-59CB-90DD-697D8E15BE87}" dt="2026-04-09T03:51:53.719" v="370" actId="1076"/>
          <ac:graphicFrameMkLst>
            <pc:docMk/>
            <pc:sldMk cId="3838565181" sldId="262"/>
            <ac:graphicFrameMk id="4" creationId="{725E40C3-6F9B-D227-F62B-5AF8551E73DE}"/>
          </ac:graphicFrameMkLst>
        </pc:graphicFrameChg>
      </pc:sldChg>
      <pc:sldChg chg="addSp delSp modSp new mod modNotesTx">
        <pc:chgData name="Hu, Zhirui" userId="e974f7c0-1954-41e0-a846-f4009e449c77" providerId="ADAL" clId="{3902A1AC-ABF6-59CB-90DD-697D8E15BE87}" dt="2026-04-24T05:37:03.334" v="3077" actId="1076"/>
        <pc:sldMkLst>
          <pc:docMk/>
          <pc:sldMk cId="1477661326" sldId="263"/>
        </pc:sldMkLst>
        <pc:spChg chg="mod">
          <ac:chgData name="Hu, Zhirui" userId="e974f7c0-1954-41e0-a846-f4009e449c77" providerId="ADAL" clId="{3902A1AC-ABF6-59CB-90DD-697D8E15BE87}" dt="2026-04-24T05:16:50.879" v="2931" actId="20577"/>
          <ac:spMkLst>
            <pc:docMk/>
            <pc:sldMk cId="1477661326" sldId="263"/>
            <ac:spMk id="3" creationId="{C2AD9554-0C3A-D59D-A1B1-4949439A5C1D}"/>
          </ac:spMkLst>
        </pc:spChg>
        <pc:graphicFrameChg chg="add mod modGraphic">
          <ac:chgData name="Hu, Zhirui" userId="e974f7c0-1954-41e0-a846-f4009e449c77" providerId="ADAL" clId="{3902A1AC-ABF6-59CB-90DD-697D8E15BE87}" dt="2026-04-24T05:37:03.334" v="3077" actId="1076"/>
          <ac:graphicFrameMkLst>
            <pc:docMk/>
            <pc:sldMk cId="1477661326" sldId="263"/>
            <ac:graphicFrameMk id="4" creationId="{AF83399B-C1A2-1FB6-4316-DF906EE90D2B}"/>
          </ac:graphicFrameMkLst>
        </pc:graphicFrameChg>
      </pc:sldChg>
      <pc:sldChg chg="addSp delSp modSp new mod">
        <pc:chgData name="Hu, Zhirui" userId="e974f7c0-1954-41e0-a846-f4009e449c77" providerId="ADAL" clId="{3902A1AC-ABF6-59CB-90DD-697D8E15BE87}" dt="2026-04-24T15:48:10.147" v="3568" actId="20577"/>
        <pc:sldMkLst>
          <pc:docMk/>
          <pc:sldMk cId="835083853" sldId="264"/>
        </pc:sldMkLst>
        <pc:spChg chg="add mod">
          <ac:chgData name="Hu, Zhirui" userId="e974f7c0-1954-41e0-a846-f4009e449c77" providerId="ADAL" clId="{3902A1AC-ABF6-59CB-90DD-697D8E15BE87}" dt="2026-04-24T15:48:10.147" v="3568" actId="20577"/>
          <ac:spMkLst>
            <pc:docMk/>
            <pc:sldMk cId="835083853" sldId="264"/>
            <ac:spMk id="4" creationId="{E02F4A3A-4DA5-DFC8-F46E-21C23F7D47D9}"/>
          </ac:spMkLst>
        </pc:spChg>
        <pc:spChg chg="add mod">
          <ac:chgData name="Hu, Zhirui" userId="e974f7c0-1954-41e0-a846-f4009e449c77" providerId="ADAL" clId="{3902A1AC-ABF6-59CB-90DD-697D8E15BE87}" dt="2026-04-09T04:21:16.841" v="730" actId="1076"/>
          <ac:spMkLst>
            <pc:docMk/>
            <pc:sldMk cId="835083853" sldId="264"/>
            <ac:spMk id="6" creationId="{89B3010F-DA3A-FE58-B45E-237100394C0E}"/>
          </ac:spMkLst>
        </pc:spChg>
      </pc:sldChg>
      <pc:sldChg chg="modSp new mod modNotesTx">
        <pc:chgData name="Hu, Zhirui" userId="e974f7c0-1954-41e0-a846-f4009e449c77" providerId="ADAL" clId="{3902A1AC-ABF6-59CB-90DD-697D8E15BE87}" dt="2026-04-24T16:05:46.941" v="3602" actId="20577"/>
        <pc:sldMkLst>
          <pc:docMk/>
          <pc:sldMk cId="2322793088" sldId="265"/>
        </pc:sldMkLst>
        <pc:spChg chg="mod">
          <ac:chgData name="Hu, Zhirui" userId="e974f7c0-1954-41e0-a846-f4009e449c77" providerId="ADAL" clId="{3902A1AC-ABF6-59CB-90DD-697D8E15BE87}" dt="2026-04-09T04:33:49.844" v="820" actId="20577"/>
          <ac:spMkLst>
            <pc:docMk/>
            <pc:sldMk cId="2322793088" sldId="265"/>
            <ac:spMk id="2" creationId="{DE5FF19F-29AF-01CE-9787-0695B8BF6928}"/>
          </ac:spMkLst>
        </pc:spChg>
        <pc:spChg chg="mod">
          <ac:chgData name="Hu, Zhirui" userId="e974f7c0-1954-41e0-a846-f4009e449c77" providerId="ADAL" clId="{3902A1AC-ABF6-59CB-90DD-697D8E15BE87}" dt="2026-04-11T05:14:37.641" v="2376"/>
          <ac:spMkLst>
            <pc:docMk/>
            <pc:sldMk cId="2322793088" sldId="265"/>
            <ac:spMk id="3" creationId="{FABC93EC-488F-1E84-FFC0-273B880C58CC}"/>
          </ac:spMkLst>
        </pc:spChg>
      </pc:sldChg>
      <pc:sldChg chg="addSp modSp new mod modNotesTx">
        <pc:chgData name="Hu, Zhirui" userId="e974f7c0-1954-41e0-a846-f4009e449c77" providerId="ADAL" clId="{3902A1AC-ABF6-59CB-90DD-697D8E15BE87}" dt="2026-04-24T16:08:12.864" v="3687" actId="20577"/>
        <pc:sldMkLst>
          <pc:docMk/>
          <pc:sldMk cId="4066851526" sldId="266"/>
        </pc:sldMkLst>
        <pc:spChg chg="mod">
          <ac:chgData name="Hu, Zhirui" userId="e974f7c0-1954-41e0-a846-f4009e449c77" providerId="ADAL" clId="{3902A1AC-ABF6-59CB-90DD-697D8E15BE87}" dt="2026-04-10T05:06:47.187" v="942" actId="20577"/>
          <ac:spMkLst>
            <pc:docMk/>
            <pc:sldMk cId="4066851526" sldId="266"/>
            <ac:spMk id="2" creationId="{DD3EA864-350F-B337-A533-075BA50BA094}"/>
          </ac:spMkLst>
        </pc:spChg>
        <pc:spChg chg="mod">
          <ac:chgData name="Hu, Zhirui" userId="e974f7c0-1954-41e0-a846-f4009e449c77" providerId="ADAL" clId="{3902A1AC-ABF6-59CB-90DD-697D8E15BE87}" dt="2026-04-10T05:17:21.812" v="1270" actId="14100"/>
          <ac:spMkLst>
            <pc:docMk/>
            <pc:sldMk cId="4066851526" sldId="266"/>
            <ac:spMk id="3" creationId="{E3C915D1-208F-65C9-8360-6659DCBB4336}"/>
          </ac:spMkLst>
        </pc:spChg>
        <pc:picChg chg="add mod">
          <ac:chgData name="Hu, Zhirui" userId="e974f7c0-1954-41e0-a846-f4009e449c77" providerId="ADAL" clId="{3902A1AC-ABF6-59CB-90DD-697D8E15BE87}" dt="2026-04-10T05:17:28.853" v="1271" actId="1076"/>
          <ac:picMkLst>
            <pc:docMk/>
            <pc:sldMk cId="4066851526" sldId="266"/>
            <ac:picMk id="3074" creationId="{EF0A9173-84AD-3F91-178D-E48624A205ED}"/>
          </ac:picMkLst>
        </pc:picChg>
      </pc:sldChg>
      <pc:sldChg chg="modSp new mod modNotesTx">
        <pc:chgData name="Hu, Zhirui" userId="e974f7c0-1954-41e0-a846-f4009e449c77" providerId="ADAL" clId="{3902A1AC-ABF6-59CB-90DD-697D8E15BE87}" dt="2026-04-24T16:13:54.094" v="3916" actId="20577"/>
        <pc:sldMkLst>
          <pc:docMk/>
          <pc:sldMk cId="307480471" sldId="267"/>
        </pc:sldMkLst>
        <pc:spChg chg="mod">
          <ac:chgData name="Hu, Zhirui" userId="e974f7c0-1954-41e0-a846-f4009e449c77" providerId="ADAL" clId="{3902A1AC-ABF6-59CB-90DD-697D8E15BE87}" dt="2026-04-10T05:15:20.748" v="1248" actId="20577"/>
          <ac:spMkLst>
            <pc:docMk/>
            <pc:sldMk cId="307480471" sldId="267"/>
            <ac:spMk id="2" creationId="{07A4DBE5-3B2A-F84A-7EF4-531BAD4D3443}"/>
          </ac:spMkLst>
        </pc:spChg>
        <pc:spChg chg="mod">
          <ac:chgData name="Hu, Zhirui" userId="e974f7c0-1954-41e0-a846-f4009e449c77" providerId="ADAL" clId="{3902A1AC-ABF6-59CB-90DD-697D8E15BE87}" dt="2026-04-11T03:13:47.740" v="2003" actId="20577"/>
          <ac:spMkLst>
            <pc:docMk/>
            <pc:sldMk cId="307480471" sldId="267"/>
            <ac:spMk id="3" creationId="{6DBEBFD9-3946-E6CF-D683-913114CB0001}"/>
          </ac:spMkLst>
        </pc:spChg>
      </pc:sldChg>
      <pc:sldChg chg="addSp modSp new mod">
        <pc:chgData name="Hu, Zhirui" userId="e974f7c0-1954-41e0-a846-f4009e449c77" providerId="ADAL" clId="{3902A1AC-ABF6-59CB-90DD-697D8E15BE87}" dt="2026-04-11T03:13:37.216" v="1995" actId="20577"/>
        <pc:sldMkLst>
          <pc:docMk/>
          <pc:sldMk cId="2253468651" sldId="268"/>
        </pc:sldMkLst>
        <pc:spChg chg="mod">
          <ac:chgData name="Hu, Zhirui" userId="e974f7c0-1954-41e0-a846-f4009e449c77" providerId="ADAL" clId="{3902A1AC-ABF6-59CB-90DD-697D8E15BE87}" dt="2026-04-10T05:28:10.893" v="1451" actId="20577"/>
          <ac:spMkLst>
            <pc:docMk/>
            <pc:sldMk cId="2253468651" sldId="268"/>
            <ac:spMk id="2" creationId="{8D92DFCB-EA84-EAE5-6611-E012FC04525D}"/>
          </ac:spMkLst>
        </pc:spChg>
        <pc:spChg chg="mod">
          <ac:chgData name="Hu, Zhirui" userId="e974f7c0-1954-41e0-a846-f4009e449c77" providerId="ADAL" clId="{3902A1AC-ABF6-59CB-90DD-697D8E15BE87}" dt="2026-04-11T03:13:37.216" v="1995" actId="20577"/>
          <ac:spMkLst>
            <pc:docMk/>
            <pc:sldMk cId="2253468651" sldId="268"/>
            <ac:spMk id="3" creationId="{FEA307B8-1701-FF58-DA54-1BFEBF2DBF36}"/>
          </ac:spMkLst>
        </pc:spChg>
      </pc:sldChg>
      <pc:sldChg chg="addSp delSp modSp new mod modNotesTx">
        <pc:chgData name="Hu, Zhirui" userId="e974f7c0-1954-41e0-a846-f4009e449c77" providerId="ADAL" clId="{3902A1AC-ABF6-59CB-90DD-697D8E15BE87}" dt="2026-04-24T16:37:26.800" v="4137" actId="108"/>
        <pc:sldMkLst>
          <pc:docMk/>
          <pc:sldMk cId="2147585084" sldId="269"/>
        </pc:sldMkLst>
        <pc:spChg chg="mod">
          <ac:chgData name="Hu, Zhirui" userId="e974f7c0-1954-41e0-a846-f4009e449c77" providerId="ADAL" clId="{3902A1AC-ABF6-59CB-90DD-697D8E15BE87}" dt="2026-04-11T03:22:18.526" v="2055" actId="1076"/>
          <ac:spMkLst>
            <pc:docMk/>
            <pc:sldMk cId="2147585084" sldId="269"/>
            <ac:spMk id="2" creationId="{85276720-FF9A-6628-580C-898C51098ADA}"/>
          </ac:spMkLst>
        </pc:spChg>
        <pc:graphicFrameChg chg="add mod modGraphic">
          <ac:chgData name="Hu, Zhirui" userId="e974f7c0-1954-41e0-a846-f4009e449c77" providerId="ADAL" clId="{3902A1AC-ABF6-59CB-90DD-697D8E15BE87}" dt="2026-04-24T16:37:26.800" v="4137" actId="108"/>
          <ac:graphicFrameMkLst>
            <pc:docMk/>
            <pc:sldMk cId="2147585084" sldId="269"/>
            <ac:graphicFrameMk id="4" creationId="{98A2FAFC-D02D-5FC9-B38A-C26D1AC6A08E}"/>
          </ac:graphicFrameMkLst>
        </pc:graphicFrameChg>
      </pc:sldChg>
      <pc:sldChg chg="modSp new mod ord modNotesTx">
        <pc:chgData name="Hu, Zhirui" userId="e974f7c0-1954-41e0-a846-f4009e449c77" providerId="ADAL" clId="{3902A1AC-ABF6-59CB-90DD-697D8E15BE87}" dt="2026-04-24T16:19:26.848" v="4090" actId="20577"/>
        <pc:sldMkLst>
          <pc:docMk/>
          <pc:sldMk cId="2801176912" sldId="270"/>
        </pc:sldMkLst>
        <pc:spChg chg="mod">
          <ac:chgData name="Hu, Zhirui" userId="e974f7c0-1954-41e0-a846-f4009e449c77" providerId="ADAL" clId="{3902A1AC-ABF6-59CB-90DD-697D8E15BE87}" dt="2026-04-11T03:09:36.041" v="1952" actId="20577"/>
          <ac:spMkLst>
            <pc:docMk/>
            <pc:sldMk cId="2801176912" sldId="270"/>
            <ac:spMk id="2" creationId="{4253717A-E0C1-DE82-349B-0BB5D25A9346}"/>
          </ac:spMkLst>
        </pc:spChg>
        <pc:spChg chg="mod">
          <ac:chgData name="Hu, Zhirui" userId="e974f7c0-1954-41e0-a846-f4009e449c77" providerId="ADAL" clId="{3902A1AC-ABF6-59CB-90DD-697D8E15BE87}" dt="2026-04-11T03:13:02.570" v="1988" actId="1076"/>
          <ac:spMkLst>
            <pc:docMk/>
            <pc:sldMk cId="2801176912" sldId="270"/>
            <ac:spMk id="3" creationId="{25F63E17-26F3-3E90-D823-286BB1417B9F}"/>
          </ac:spMkLst>
        </pc:spChg>
      </pc:sldChg>
      <pc:sldChg chg="addSp delSp modSp new mod">
        <pc:chgData name="Hu, Zhirui" userId="e974f7c0-1954-41e0-a846-f4009e449c77" providerId="ADAL" clId="{3902A1AC-ABF6-59CB-90DD-697D8E15BE87}" dt="2026-04-11T04:52:13.688" v="2354" actId="478"/>
        <pc:sldMkLst>
          <pc:docMk/>
          <pc:sldMk cId="1285459790" sldId="271"/>
        </pc:sldMkLst>
        <pc:spChg chg="mod">
          <ac:chgData name="Hu, Zhirui" userId="e974f7c0-1954-41e0-a846-f4009e449c77" providerId="ADAL" clId="{3902A1AC-ABF6-59CB-90DD-697D8E15BE87}" dt="2026-04-11T03:34:21.051" v="2171" actId="20577"/>
          <ac:spMkLst>
            <pc:docMk/>
            <pc:sldMk cId="1285459790" sldId="271"/>
            <ac:spMk id="2" creationId="{58AD27F9-E762-E2B2-85B0-9B8BD6DFE7A2}"/>
          </ac:spMkLst>
        </pc:spChg>
        <pc:graphicFrameChg chg="add mod modGraphic">
          <ac:chgData name="Hu, Zhirui" userId="e974f7c0-1954-41e0-a846-f4009e449c77" providerId="ADAL" clId="{3902A1AC-ABF6-59CB-90DD-697D8E15BE87}" dt="2026-04-11T03:37:50.328" v="2345"/>
          <ac:graphicFrameMkLst>
            <pc:docMk/>
            <pc:sldMk cId="1285459790" sldId="271"/>
            <ac:graphicFrameMk id="4" creationId="{4CD52F82-591C-9449-E1E1-12B79B22DD79}"/>
          </ac:graphicFrameMkLst>
        </pc:graphicFrameChg>
      </pc:sldChg>
      <pc:sldChg chg="addSp modSp add mod setBg modNotesTx">
        <pc:chgData name="Hu, Zhirui" userId="e974f7c0-1954-41e0-a846-f4009e449c77" providerId="ADAL" clId="{3902A1AC-ABF6-59CB-90DD-697D8E15BE87}" dt="2026-04-24T17:04:55.572" v="4207" actId="20577"/>
        <pc:sldMkLst>
          <pc:docMk/>
          <pc:sldMk cId="0" sldId="273"/>
        </pc:sldMkLst>
        <pc:spChg chg="add mod">
          <ac:chgData name="Hu, Zhirui" userId="e974f7c0-1954-41e0-a846-f4009e449c77" providerId="ADAL" clId="{3902A1AC-ABF6-59CB-90DD-697D8E15BE87}" dt="2026-04-24T17:02:22.306" v="4180" actId="14100"/>
          <ac:spMkLst>
            <pc:docMk/>
            <pc:sldMk cId="0" sldId="273"/>
            <ac:spMk id="29" creationId="{037747EC-11BD-12B2-8952-ABECB5963081}"/>
          </ac:spMkLst>
        </pc:spChg>
      </pc:sldChg>
      <pc:sldChg chg="add setBg">
        <pc:chgData name="Hu, Zhirui" userId="e974f7c0-1954-41e0-a846-f4009e449c77" providerId="ADAL" clId="{3902A1AC-ABF6-59CB-90DD-697D8E15BE87}" dt="2026-04-11T04:52:29.796" v="2357"/>
        <pc:sldMkLst>
          <pc:docMk/>
          <pc:sldMk cId="0" sldId="274"/>
        </pc:sldMkLst>
      </pc:sldChg>
      <pc:sldChg chg="addSp delSp modSp new mod modClrScheme chgLayout">
        <pc:chgData name="Hu, Zhirui" userId="e974f7c0-1954-41e0-a846-f4009e449c77" providerId="ADAL" clId="{3902A1AC-ABF6-59CB-90DD-697D8E15BE87}" dt="2026-04-24T04:42:33.273" v="2472" actId="20577"/>
        <pc:sldMkLst>
          <pc:docMk/>
          <pc:sldMk cId="2446196387" sldId="275"/>
        </pc:sldMkLst>
        <pc:spChg chg="del mod ord">
          <ac:chgData name="Hu, Zhirui" userId="e974f7c0-1954-41e0-a846-f4009e449c77" providerId="ADAL" clId="{3902A1AC-ABF6-59CB-90DD-697D8E15BE87}" dt="2026-04-24T04:42:31.644" v="2470" actId="700"/>
          <ac:spMkLst>
            <pc:docMk/>
            <pc:sldMk cId="2446196387" sldId="275"/>
            <ac:spMk id="2" creationId="{2D115E44-5DC1-9C08-A119-B2BB5CB9B40D}"/>
          </ac:spMkLst>
        </pc:spChg>
        <pc:spChg chg="del mod ord">
          <ac:chgData name="Hu, Zhirui" userId="e974f7c0-1954-41e0-a846-f4009e449c77" providerId="ADAL" clId="{3902A1AC-ABF6-59CB-90DD-697D8E15BE87}" dt="2026-04-24T04:42:31.644" v="2470" actId="700"/>
          <ac:spMkLst>
            <pc:docMk/>
            <pc:sldMk cId="2446196387" sldId="275"/>
            <ac:spMk id="3" creationId="{9E51049A-311D-BF05-AE3D-4C2B7BE75E90}"/>
          </ac:spMkLst>
        </pc:spChg>
        <pc:spChg chg="add mod ord">
          <ac:chgData name="Hu, Zhirui" userId="e974f7c0-1954-41e0-a846-f4009e449c77" providerId="ADAL" clId="{3902A1AC-ABF6-59CB-90DD-697D8E15BE87}" dt="2026-04-24T04:42:33.273" v="2472" actId="20577"/>
          <ac:spMkLst>
            <pc:docMk/>
            <pc:sldMk cId="2446196387" sldId="275"/>
            <ac:spMk id="4" creationId="{FCBEB8E1-50BF-40B7-F4A9-2FECBCE486FF}"/>
          </ac:spMkLst>
        </pc:spChg>
        <pc:spChg chg="add mod ord">
          <ac:chgData name="Hu, Zhirui" userId="e974f7c0-1954-41e0-a846-f4009e449c77" providerId="ADAL" clId="{3902A1AC-ABF6-59CB-90DD-697D8E15BE87}" dt="2026-04-24T04:42:31.644" v="2470" actId="700"/>
          <ac:spMkLst>
            <pc:docMk/>
            <pc:sldMk cId="2446196387" sldId="275"/>
            <ac:spMk id="5" creationId="{56798E9F-F5F1-AC51-154B-F723F3F95605}"/>
          </ac:spMkLst>
        </pc:spChg>
      </pc:sldChg>
      <pc:sldChg chg="addSp delSp modSp new mod modNotesTx">
        <pc:chgData name="Hu, Zhirui" userId="e974f7c0-1954-41e0-a846-f4009e449c77" providerId="ADAL" clId="{3902A1AC-ABF6-59CB-90DD-697D8E15BE87}" dt="2026-04-24T15:36:47.968" v="3566" actId="20577"/>
        <pc:sldMkLst>
          <pc:docMk/>
          <pc:sldMk cId="1089356073" sldId="276"/>
        </pc:sldMkLst>
        <pc:spChg chg="mod">
          <ac:chgData name="Hu, Zhirui" userId="e974f7c0-1954-41e0-a846-f4009e449c77" providerId="ADAL" clId="{3902A1AC-ABF6-59CB-90DD-697D8E15BE87}" dt="2026-04-24T05:39:43.699" v="3131" actId="20577"/>
          <ac:spMkLst>
            <pc:docMk/>
            <pc:sldMk cId="1089356073" sldId="276"/>
            <ac:spMk id="2" creationId="{55CBE083-082A-CF4C-A371-B097B6C33920}"/>
          </ac:spMkLst>
        </pc:spChg>
        <pc:spChg chg="add del mod">
          <ac:chgData name="Hu, Zhirui" userId="e974f7c0-1954-41e0-a846-f4009e449c77" providerId="ADAL" clId="{3902A1AC-ABF6-59CB-90DD-697D8E15BE87}" dt="2026-04-24T15:35:01.499" v="3560" actId="20577"/>
          <ac:spMkLst>
            <pc:docMk/>
            <pc:sldMk cId="1089356073" sldId="276"/>
            <ac:spMk id="3" creationId="{C8AF3603-E817-1B38-B381-87CE4A5096AF}"/>
          </ac:spMkLst>
        </pc:spChg>
        <pc:spChg chg="add mod">
          <ac:chgData name="Hu, Zhirui" userId="e974f7c0-1954-41e0-a846-f4009e449c77" providerId="ADAL" clId="{3902A1AC-ABF6-59CB-90DD-697D8E15BE87}" dt="2026-04-24T05:39:39.196" v="3126"/>
          <ac:spMkLst>
            <pc:docMk/>
            <pc:sldMk cId="1089356073" sldId="276"/>
            <ac:spMk id="4" creationId="{3BFD53FF-5484-D52F-063F-72DFA0C011C8}"/>
          </ac:spMkLst>
        </pc:spChg>
        <pc:spChg chg="add mod">
          <ac:chgData name="Hu, Zhirui" userId="e974f7c0-1954-41e0-a846-f4009e449c77" providerId="ADAL" clId="{3902A1AC-ABF6-59CB-90DD-697D8E15BE87}" dt="2026-04-24T05:39:59.924" v="3137"/>
          <ac:spMkLst>
            <pc:docMk/>
            <pc:sldMk cId="1089356073" sldId="276"/>
            <ac:spMk id="5" creationId="{1659E609-D044-9873-73FC-7EE87A4B4441}"/>
          </ac:spMkLst>
        </pc:spChg>
        <pc:spChg chg="add mod">
          <ac:chgData name="Hu, Zhirui" userId="e974f7c0-1954-41e0-a846-f4009e449c77" providerId="ADAL" clId="{3902A1AC-ABF6-59CB-90DD-697D8E15BE87}" dt="2026-04-24T05:40:04.399" v="3139"/>
          <ac:spMkLst>
            <pc:docMk/>
            <pc:sldMk cId="1089356073" sldId="276"/>
            <ac:spMk id="6" creationId="{CC25947E-531A-18AB-FC2A-1415220517A4}"/>
          </ac:spMkLst>
        </pc:spChg>
        <pc:spChg chg="add mod">
          <ac:chgData name="Hu, Zhirui" userId="e974f7c0-1954-41e0-a846-f4009e449c77" providerId="ADAL" clId="{3902A1AC-ABF6-59CB-90DD-697D8E15BE87}" dt="2026-04-24T05:43:10.188" v="3324" actId="1076"/>
          <ac:spMkLst>
            <pc:docMk/>
            <pc:sldMk cId="1089356073" sldId="276"/>
            <ac:spMk id="7" creationId="{B5DEEFC6-D4D1-7ED0-47E8-C94EA4376AB2}"/>
          </ac:spMkLst>
        </pc:spChg>
      </pc:sldChg>
      <pc:sldChg chg="addSp delSp modSp new mod ord modClrScheme chgLayout">
        <pc:chgData name="Hu, Zhirui" userId="e974f7c0-1954-41e0-a846-f4009e449c77" providerId="ADAL" clId="{3902A1AC-ABF6-59CB-90DD-697D8E15BE87}" dt="2026-04-24T16:02:51.411" v="3590" actId="20578"/>
        <pc:sldMkLst>
          <pc:docMk/>
          <pc:sldMk cId="980480026" sldId="277"/>
        </pc:sldMkLst>
        <pc:spChg chg="del mod ord">
          <ac:chgData name="Hu, Zhirui" userId="e974f7c0-1954-41e0-a846-f4009e449c77" providerId="ADAL" clId="{3902A1AC-ABF6-59CB-90DD-697D8E15BE87}" dt="2026-04-24T16:02:24.096" v="3572" actId="700"/>
          <ac:spMkLst>
            <pc:docMk/>
            <pc:sldMk cId="980480026" sldId="277"/>
            <ac:spMk id="2" creationId="{9DE69E57-2ECA-D430-1D4A-57419115D799}"/>
          </ac:spMkLst>
        </pc:spChg>
        <pc:spChg chg="del mod ord">
          <ac:chgData name="Hu, Zhirui" userId="e974f7c0-1954-41e0-a846-f4009e449c77" providerId="ADAL" clId="{3902A1AC-ABF6-59CB-90DD-697D8E15BE87}" dt="2026-04-24T16:02:24.096" v="3572" actId="700"/>
          <ac:spMkLst>
            <pc:docMk/>
            <pc:sldMk cId="980480026" sldId="277"/>
            <ac:spMk id="3" creationId="{8C1F7BF4-9AD8-2B8E-6272-DBDA04C9EF28}"/>
          </ac:spMkLst>
        </pc:spChg>
        <pc:spChg chg="add mod ord">
          <ac:chgData name="Hu, Zhirui" userId="e974f7c0-1954-41e0-a846-f4009e449c77" providerId="ADAL" clId="{3902A1AC-ABF6-59CB-90DD-697D8E15BE87}" dt="2026-04-24T16:02:28.118" v="3589" actId="20577"/>
          <ac:spMkLst>
            <pc:docMk/>
            <pc:sldMk cId="980480026" sldId="277"/>
            <ac:spMk id="4" creationId="{2ADB9797-BF93-DD6D-8B28-D24B364D4088}"/>
          </ac:spMkLst>
        </pc:spChg>
        <pc:spChg chg="add mod ord">
          <ac:chgData name="Hu, Zhirui" userId="e974f7c0-1954-41e0-a846-f4009e449c77" providerId="ADAL" clId="{3902A1AC-ABF6-59CB-90DD-697D8E15BE87}" dt="2026-04-24T16:02:24.096" v="3572" actId="700"/>
          <ac:spMkLst>
            <pc:docMk/>
            <pc:sldMk cId="980480026" sldId="277"/>
            <ac:spMk id="5" creationId="{707FCE2A-CD74-4461-40AE-3BF99BB7B500}"/>
          </ac:spMkLst>
        </pc:spChg>
      </pc:sldChg>
      <pc:sldChg chg="new del">
        <pc:chgData name="Hu, Zhirui" userId="e974f7c0-1954-41e0-a846-f4009e449c77" providerId="ADAL" clId="{3902A1AC-ABF6-59CB-90DD-697D8E15BE87}" dt="2026-04-24T16:02:17.997" v="3570" actId="2696"/>
        <pc:sldMkLst>
          <pc:docMk/>
          <pc:sldMk cId="1721622343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9A75CA-AE4D-A34C-8246-08709F539D4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EDA81-8156-B143-975E-B58F032AE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20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Azure: `ai </a:t>
            </a:r>
            <a:r>
              <a:rPr lang="en-US" dirty="0" err="1"/>
              <a:t>zhr</a:t>
            </a:r>
            <a:endParaRPr lang="en-US" dirty="0"/>
          </a:p>
          <a:p>
            <a:r>
              <a:rPr lang="en-US" dirty="0" err="1"/>
              <a:t>Dstack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open-source platform that lets researchers request and run GPU workloads from any cloud provider or on-premise cluster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EDA81-8156-B143-975E-B58F032AE2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Access: Interactive apps -&gt; Basic Desktop</a:t>
            </a:r>
          </a:p>
          <a:p>
            <a:r>
              <a:rPr lang="en-US" dirty="0"/>
              <a:t>On the log in screen, shows quota, how much data storage space, home folder (small), TB on </a:t>
            </a:r>
            <a:r>
              <a:rPr lang="en-US" dirty="0" err="1"/>
              <a:t>hpc</a:t>
            </a:r>
            <a:r>
              <a:rPr lang="en-US" dirty="0"/>
              <a:t>-share</a:t>
            </a:r>
          </a:p>
          <a:p>
            <a:r>
              <a:rPr lang="en-US" dirty="0"/>
              <a:t>Some packages have already been installed on the server, but you have to load the modules you need to run the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EDA81-8156-B143-975E-B58F032AE2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87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VRAM is like RAM on CPU (system RAM, slower data access)</a:t>
            </a:r>
          </a:p>
          <a:p>
            <a:r>
              <a:rPr lang="en-US" dirty="0"/>
              <a:t>VRAM &gt; 40 GB for ML training</a:t>
            </a:r>
          </a:p>
          <a:p>
            <a:r>
              <a:rPr lang="en-US" b="1" dirty="0"/>
              <a:t>TFLOPS (Tera Floating Point Operations Per Second)</a:t>
            </a:r>
            <a:r>
              <a:rPr lang="en-US" dirty="0"/>
              <a:t> , Tera: trillion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EDA81-8156-B143-975E-B58F032AE2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08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(Low-Rank Adaptation) 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trainable low-rank decomposition matrices (and) to specific layers (often attention modules).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EDA81-8156-B143-975E-B58F032AE2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21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 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EDA81-8156-B143-975E-B58F032AE2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25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program will be run on VM</a:t>
            </a:r>
          </a:p>
          <a:p>
            <a:r>
              <a:rPr lang="en-US" dirty="0"/>
              <a:t>As if using your own </a:t>
            </a:r>
            <a:r>
              <a:rPr lang="en-US" dirty="0" err="1"/>
              <a:t>coputer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EDA81-8156-B143-975E-B58F032AE2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52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computing environment on Virtual machine, environment snapshots…</a:t>
            </a:r>
          </a:p>
          <a:p>
            <a:r>
              <a:rPr lang="en-US" dirty="0"/>
              <a:t>Stored in the cloud drive, Multiple users can access</a:t>
            </a:r>
          </a:p>
          <a:p>
            <a:r>
              <a:rPr lang="en-US" dirty="0"/>
              <a:t>Setup account and environment ,and learn the pricing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EDA81-8156-B143-975E-B58F032AE2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9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of instances, </a:t>
            </a:r>
          </a:p>
          <a:p>
            <a:r>
              <a:rPr lang="en-US" dirty="0"/>
              <a:t>Spot, preempt, save checkpoint of your model during training often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EDA81-8156-B143-975E-B58F032AE2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1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Integrate with Google-ecosystem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Vertex AI Workbench is </a:t>
            </a:r>
            <a:r>
              <a:rPr lang="en-US" dirty="0"/>
              <a:t>a managed, unified </a:t>
            </a:r>
            <a:r>
              <a:rPr lang="en-US" dirty="0" err="1"/>
              <a:t>Jupyter</a:t>
            </a:r>
            <a:r>
              <a:rPr lang="en-US" dirty="0"/>
              <a:t>-based development environment on </a:t>
            </a:r>
            <a:r>
              <a:rPr lang="en-US" dirty="0">
                <a:effectLst/>
              </a:rPr>
              <a:t>Google Cloud </a:t>
            </a:r>
            <a:r>
              <a:rPr lang="en-US" dirty="0"/>
              <a:t>designed for the entire data science and machine learning (ML) workflow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dirty="0"/>
          </a:p>
          <a:p>
            <a:r>
              <a:rPr lang="en-US" sz="1200" dirty="0"/>
              <a:t>CLI: command liner interface</a:t>
            </a:r>
            <a:endParaRPr lang="en-US" dirty="0"/>
          </a:p>
          <a:p>
            <a:r>
              <a:rPr lang="en-US" dirty="0"/>
              <a:t>Azure ML: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a full workspace for training, tracking experiments, and deploying models,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integration — log metrics &amp;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EDA81-8156-B143-975E-B58F032AE2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4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AI/ML engineers , manage GPU infrastructure 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 environment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A67D-52C4-67C5-25FB-93562EB76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B996CD-FDB1-6C15-3A07-93E15F977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E4F05-92BA-1CCF-0F70-0709D26B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3F854-AE76-F019-1337-92FA1A7A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C6B11-692A-5F8A-6D08-DB4661FC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8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E323-5CEF-EBFA-25F8-30B27872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38ED9-2CBE-3B1A-75FF-85A8A89C6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66DCD-47E3-391F-29D3-2FC1A728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D3B34-E12E-3C14-ABD8-6C05F84B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082E9-EC7F-64CF-0D4C-60F0B16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9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71DD-571A-9A99-4DB4-6301ABD6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186D4-9D58-E854-86FA-9253D2338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5566-8023-5C7B-5381-64CB9119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EB454-9B0D-69FD-7DF0-6D82D87B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0ECCC-8A4F-9A25-BDC7-9BDFFF21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1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09A20-AABB-BB9A-E04D-4531F4C9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AC7B4-3B68-FD7B-2E5B-BDFE7F519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D7CFF-A288-074B-A0E2-4F61AF5FB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332B-DF2B-0278-6E95-83D38D16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CB05C-C180-FB1C-28C1-FB646072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E89C2-A055-5DF4-F2D2-D611845B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0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5B5B-C11A-05F4-1C7E-D18D4D60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B1601-439C-EEEA-B470-F6B44EC5A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B0457-FF6E-F2CB-148D-AE6388893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84EF3-9C91-3D96-0A0F-E5BDB549C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75A3C-AA21-768C-F473-0817E570B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5C2065-CAAD-16A2-5066-848EFEA5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8425C-0A4B-B1DE-2B52-E66202C1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737D4-DC0F-4B2B-A527-7318EB1F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16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E540-5F09-0644-FF1D-6653C8D2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8292F-76E6-6D6A-E317-653754BC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0B4F1-E4B9-F7F0-8688-3D7D8BEE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12F66-73C6-B526-6CA7-C0C1DE9D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0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B34B3E-6144-83F9-AB23-82214A21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7F0EE-64E0-7260-7FB5-95451A98F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B42CD-425F-67C2-681F-3C300B3E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5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B537-05D2-1529-B259-D54F890C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FAFB1-D553-D0A6-3C3A-AA016040E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66AC6-40EB-A0FB-D157-0540583DC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454DD-260E-0330-CFF2-7C5B3CEF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D537E-6831-518D-650D-FB8331A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0B73B-2475-2E24-75E4-B742971B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24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98F-305C-883E-A275-6D776669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86D1D5-804D-0B2D-8D22-127876F6F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4DF52-E37F-E46D-2035-E1ECF0AC7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D1057-A082-9844-D63F-8FED4549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B395B-BEED-CBC6-8381-09CC8468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5BCEA-9DBA-A26E-5674-5CD503FD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5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04BE8-9850-2666-CD74-A4DACA7D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E97A3-023A-0A51-F779-BE896DA04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AFAE9-08A5-DD4D-8818-11020D56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DF269-6594-3E62-C243-51B6EADF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4429-6114-75EC-D433-E4C4F2EB1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7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1720C-5D63-FBDD-9D7F-5E32195D5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4ABEC-D0D0-3185-4714-4BB179CC2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7E352-107C-A939-F8E3-CC629F82F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A64E6-A8AC-588D-8620-CF1C25BE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2917F-B078-70C6-2454-04E8ABF4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04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3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AC998-4CDE-FAE7-B467-5F41F0681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831AE-3526-8EBC-2C66-7A8BD860E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AB333-63F7-4744-8F67-A0F19D472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DCDA6-1B2C-1C4B-AA65-43E01489EFAF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7B371-EFD4-A91F-86AF-DD714C48A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2933F-04A6-E50C-CB79-C47CA9AB3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C7112-2364-254E-ABF1-552D16B8E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2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user@novus.dri.oregonstate.ed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user@submit.hpc.engr.oregonstate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5343-08DD-2775-3689-7EE5107E7F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Accessing GPUs: Cloud and Clusters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2B73A-36FE-2FF0-A31A-3086145D2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28641"/>
          </a:xfrm>
        </p:spPr>
        <p:txBody>
          <a:bodyPr>
            <a:normAutofit/>
          </a:bodyPr>
          <a:lstStyle/>
          <a:p>
            <a:r>
              <a:rPr lang="en-US" sz="2800" dirty="0"/>
              <a:t>Zhirui Hu</a:t>
            </a:r>
          </a:p>
          <a:p>
            <a:endParaRPr lang="en-US" dirty="0"/>
          </a:p>
          <a:p>
            <a:r>
              <a:rPr lang="en-US" dirty="0"/>
              <a:t>Department of Statistics</a:t>
            </a:r>
          </a:p>
          <a:p>
            <a:r>
              <a:rPr lang="en-US" dirty="0"/>
              <a:t>Oregon State University</a:t>
            </a:r>
          </a:p>
          <a:p>
            <a:r>
              <a:rPr lang="en-US" dirty="0"/>
              <a:t>04/24/2026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768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AE89-F120-6601-63DF-923A9781F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find GPUs</a:t>
            </a:r>
            <a:r>
              <a:rPr lang="en-US" dirty="0">
                <a:effectLst/>
              </a:rPr>
              <a:t> to use?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21CB7-E022-E277-8E97-FCDCE0C36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COS/COE computing clusters</a:t>
            </a:r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</a:t>
            </a:r>
          </a:p>
          <a:p>
            <a:r>
              <a:rPr lang="en-US" dirty="0"/>
              <a:t>Cloud computing: </a:t>
            </a:r>
          </a:p>
          <a:p>
            <a:pPr lvl="1"/>
            <a:r>
              <a:rPr lang="en-US" dirty="0"/>
              <a:t>AWS EC2, GCP compute engine, Azure ML</a:t>
            </a:r>
          </a:p>
          <a:p>
            <a:r>
              <a:rPr lang="en-US" dirty="0" err="1"/>
              <a:t>Dstack</a:t>
            </a:r>
            <a:r>
              <a:rPr lang="en-US" dirty="0"/>
              <a:t> for self‑hosted AI environments and cloud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988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BEB8E1-50BF-40B7-F4A9-2FECBCE4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COS/COE computing clusters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98E9F-F5F1-AC51-154B-F723F3F95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9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57E8-F55C-72A9-AA72-BFA4D8ED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 computing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EBC69-4A80-E31A-F8FB-805B4B537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Novus HPC Cluster</a:t>
            </a:r>
          </a:p>
          <a:p>
            <a:pPr lvl="1"/>
            <a:r>
              <a:rPr lang="en-US" dirty="0"/>
              <a:t>Connect to VPN if off-campus (cisco)</a:t>
            </a:r>
          </a:p>
          <a:p>
            <a:pPr lvl="1"/>
            <a:r>
              <a:rPr lang="en-US" dirty="0"/>
              <a:t>ssh </a:t>
            </a:r>
            <a:r>
              <a:rPr lang="en-US" dirty="0">
                <a:hlinkClick r:id="rId2"/>
              </a:rPr>
              <a:t>user@novus.dri.oregonstate.edu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498DB-FE9F-525A-6992-16690901FF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04"/>
          <a:stretch>
            <a:fillRect/>
          </a:stretch>
        </p:blipFill>
        <p:spPr>
          <a:xfrm>
            <a:off x="1422991" y="3556660"/>
            <a:ext cx="7772400" cy="284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546C9-CE63-BC32-7503-DFACCB91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GPUs on Novus HPC Cluster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B054EE-FDAE-0425-3234-ADC8BB4BF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161" y="2006930"/>
            <a:ext cx="10607471" cy="2377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48925C-1961-CFF5-974C-4E3699911C2D}"/>
              </a:ext>
            </a:extLst>
          </p:cNvPr>
          <p:cNvSpPr txBox="1"/>
          <p:nvPr/>
        </p:nvSpPr>
        <p:spPr>
          <a:xfrm>
            <a:off x="777834" y="4946073"/>
            <a:ext cx="4952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ssh gpu001</a:t>
            </a:r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261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37B4-9C04-2454-4CAF-0A841481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 computing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96A7-378E-20FF-7E43-D9FD2E8CB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to VPN if off-campus</a:t>
            </a:r>
          </a:p>
          <a:p>
            <a:r>
              <a:rPr lang="en-US" dirty="0"/>
              <a:t>Access: ssh </a:t>
            </a:r>
            <a:r>
              <a:rPr lang="en-US" dirty="0">
                <a:hlinkClick r:id="rId3"/>
              </a:rPr>
              <a:t>user@submit.hpc.engr.oregonstate.edu</a:t>
            </a:r>
            <a:endParaRPr lang="en-US" dirty="0"/>
          </a:p>
          <a:p>
            <a:r>
              <a:rPr lang="en-US" dirty="0"/>
              <a:t>Data storage: </a:t>
            </a:r>
            <a:r>
              <a:rPr lang="en-US" dirty="0" err="1"/>
              <a:t>hpc</a:t>
            </a:r>
            <a:r>
              <a:rPr lang="en-US" dirty="0"/>
              <a:t>-share (medium term storage, no backup)</a:t>
            </a:r>
          </a:p>
          <a:p>
            <a:pPr lvl="1"/>
            <a:r>
              <a:rPr lang="en-US" dirty="0" err="1"/>
              <a:t>scp</a:t>
            </a:r>
            <a:r>
              <a:rPr lang="en-US" dirty="0"/>
              <a:t> / </a:t>
            </a:r>
            <a:r>
              <a:rPr lang="en-US" dirty="0" err="1"/>
              <a:t>rsync</a:t>
            </a:r>
            <a:r>
              <a:rPr lang="en-US" dirty="0"/>
              <a:t> for transferring data</a:t>
            </a:r>
          </a:p>
          <a:p>
            <a:r>
              <a:rPr lang="en-US" dirty="0"/>
              <a:t>Load module: </a:t>
            </a:r>
          </a:p>
          <a:p>
            <a:pPr lvl="1"/>
            <a:r>
              <a:rPr lang="en-US" dirty="0"/>
              <a:t>module load python/3.10</a:t>
            </a:r>
          </a:p>
          <a:p>
            <a:pPr lvl="1"/>
            <a:r>
              <a:rPr lang="en-US" dirty="0"/>
              <a:t>module load </a:t>
            </a:r>
            <a:r>
              <a:rPr lang="en-US" dirty="0" err="1"/>
              <a:t>cuda</a:t>
            </a:r>
            <a:r>
              <a:rPr lang="en-US" dirty="0"/>
              <a:t>/12.2</a:t>
            </a:r>
          </a:p>
          <a:p>
            <a:pPr lvl="1"/>
            <a:r>
              <a:rPr lang="en-US" dirty="0"/>
              <a:t>module list (check current loaded modules)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A4708-EB95-12CF-D7D0-CD0A7107DA9B}"/>
              </a:ext>
            </a:extLst>
          </p:cNvPr>
          <p:cNvSpPr txBox="1"/>
          <p:nvPr/>
        </p:nvSpPr>
        <p:spPr>
          <a:xfrm>
            <a:off x="7569437" y="6390608"/>
            <a:ext cx="4360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submit.hpc.engr.oregonstate.edu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48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5E40C3-6F9B-D227-F62B-5AF8551E7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317184"/>
              </p:ext>
            </p:extLst>
          </p:nvPr>
        </p:nvGraphicFramePr>
        <p:xfrm>
          <a:off x="852487" y="632017"/>
          <a:ext cx="10487026" cy="4137660"/>
        </p:xfrm>
        <a:graphic>
          <a:graphicData uri="http://schemas.openxmlformats.org/drawingml/2006/table">
            <a:tbl>
              <a:tblPr/>
              <a:tblGrid>
                <a:gridCol w="1427575">
                  <a:extLst>
                    <a:ext uri="{9D8B030D-6E8A-4147-A177-3AD203B41FA5}">
                      <a16:colId xmlns:a16="http://schemas.microsoft.com/office/drawing/2014/main" val="2070450861"/>
                    </a:ext>
                  </a:extLst>
                </a:gridCol>
                <a:gridCol w="2452255">
                  <a:extLst>
                    <a:ext uri="{9D8B030D-6E8A-4147-A177-3AD203B41FA5}">
                      <a16:colId xmlns:a16="http://schemas.microsoft.com/office/drawing/2014/main" val="2285529914"/>
                    </a:ext>
                  </a:extLst>
                </a:gridCol>
                <a:gridCol w="1211283">
                  <a:extLst>
                    <a:ext uri="{9D8B030D-6E8A-4147-A177-3AD203B41FA5}">
                      <a16:colId xmlns:a16="http://schemas.microsoft.com/office/drawing/2014/main" val="3771853045"/>
                    </a:ext>
                  </a:extLst>
                </a:gridCol>
                <a:gridCol w="5395913">
                  <a:extLst>
                    <a:ext uri="{9D8B030D-6E8A-4147-A177-3AD203B41FA5}">
                      <a16:colId xmlns:a16="http://schemas.microsoft.com/office/drawing/2014/main" val="666897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Partition</a:t>
                      </a:r>
                      <a:endParaRPr lang="en-US">
                        <a:effectLst/>
                      </a:endParaRP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Description/Owner</a:t>
                      </a:r>
                      <a:endParaRPr lang="en-US" dirty="0">
                        <a:effectLst/>
                      </a:endParaRP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Accounts</a:t>
                      </a:r>
                      <a:endParaRPr lang="en-US">
                        <a:effectLst/>
                      </a:endParaRP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Features (e.g. OS / GPU / CPU)</a:t>
                      </a:r>
                      <a:endParaRPr lang="en-US">
                        <a:effectLst/>
                      </a:endParaRP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35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share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Shared resources, open to all users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ALL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el8, el9 / </a:t>
                      </a:r>
                      <a:r>
                        <a:rPr lang="en-US" b="1" dirty="0">
                          <a:effectLst/>
                        </a:rPr>
                        <a:t>m60, a40 </a:t>
                      </a:r>
                      <a:r>
                        <a:rPr lang="en-US" dirty="0">
                          <a:effectLst/>
                        </a:rPr>
                        <a:t>/ </a:t>
                      </a:r>
                      <a:r>
                        <a:rPr lang="en-US" dirty="0" err="1">
                          <a:effectLst/>
                        </a:rPr>
                        <a:t>sandybridge</a:t>
                      </a:r>
                      <a:r>
                        <a:rPr lang="en-US" dirty="0">
                          <a:effectLst/>
                        </a:rPr>
                        <a:t>/</a:t>
                      </a:r>
                      <a:r>
                        <a:rPr lang="en-US" dirty="0" err="1">
                          <a:effectLst/>
                        </a:rPr>
                        <a:t>ivybridge</a:t>
                      </a:r>
                      <a:r>
                        <a:rPr lang="en-US" dirty="0">
                          <a:effectLst/>
                        </a:rPr>
                        <a:t>, </a:t>
                      </a:r>
                      <a:r>
                        <a:rPr lang="en-US" dirty="0" err="1">
                          <a:effectLst/>
                        </a:rPr>
                        <a:t>haswell</a:t>
                      </a:r>
                      <a:r>
                        <a:rPr lang="en-US" dirty="0">
                          <a:effectLst/>
                        </a:rPr>
                        <a:t>/</a:t>
                      </a:r>
                      <a:r>
                        <a:rPr lang="en-US" dirty="0" err="1">
                          <a:effectLst/>
                        </a:rPr>
                        <a:t>broadwell</a:t>
                      </a:r>
                      <a:r>
                        <a:rPr lang="en-US" dirty="0">
                          <a:effectLst/>
                        </a:rPr>
                        <a:t>, </a:t>
                      </a:r>
                      <a:r>
                        <a:rPr lang="en-US" dirty="0" err="1">
                          <a:effectLst/>
                        </a:rPr>
                        <a:t>skylake</a:t>
                      </a:r>
                      <a:r>
                        <a:rPr lang="en-US" dirty="0">
                          <a:effectLst/>
                        </a:rPr>
                        <a:t>, </a:t>
                      </a:r>
                      <a:r>
                        <a:rPr lang="en-US" dirty="0" err="1">
                          <a:effectLst/>
                        </a:rPr>
                        <a:t>epyc</a:t>
                      </a:r>
                      <a:r>
                        <a:rPr lang="en-US" dirty="0">
                          <a:effectLst/>
                        </a:rPr>
                        <a:t>, avx2, avx512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12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dgxh</a:t>
                      </a:r>
                      <a:endParaRPr lang="en-US" dirty="0">
                        <a:effectLst/>
                      </a:endParaRP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DGX-H systems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ALL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el9 / </a:t>
                      </a:r>
                      <a:r>
                        <a:rPr lang="en-US" b="1" dirty="0">
                          <a:effectLst/>
                        </a:rPr>
                        <a:t>h100, h200, vram80g, vram140g</a:t>
                      </a:r>
                      <a:r>
                        <a:rPr lang="en-US" dirty="0">
                          <a:effectLst/>
                        </a:rPr>
                        <a:t> / sapphire, avx512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314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dgx2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DGX-2 systems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ALL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el9 / </a:t>
                      </a:r>
                      <a:r>
                        <a:rPr lang="en-US" b="1" dirty="0">
                          <a:effectLst/>
                        </a:rPr>
                        <a:t>v100</a:t>
                      </a:r>
                      <a:r>
                        <a:rPr lang="en-US" dirty="0">
                          <a:effectLst/>
                        </a:rPr>
                        <a:t> / cascade, avx512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638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ampere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Resources for research group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ALL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el9 / </a:t>
                      </a:r>
                      <a:r>
                        <a:rPr lang="en-US" b="1" dirty="0">
                          <a:effectLst/>
                        </a:rPr>
                        <a:t>a40</a:t>
                      </a:r>
                      <a:r>
                        <a:rPr lang="en-US" dirty="0">
                          <a:effectLst/>
                        </a:rPr>
                        <a:t> / </a:t>
                      </a:r>
                      <a:r>
                        <a:rPr lang="en-US" dirty="0" err="1">
                          <a:effectLst/>
                        </a:rPr>
                        <a:t>epyc</a:t>
                      </a:r>
                      <a:r>
                        <a:rPr lang="en-US" dirty="0">
                          <a:effectLst/>
                        </a:rPr>
                        <a:t>, avx2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9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preempt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Low priority queue with access to all resources, but subject to preemption by higher priority jobs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ALL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ALL</a:t>
                      </a:r>
                    </a:p>
                  </a:txBody>
                  <a:tcPr marL="95250" marR="47625" marT="47625" marB="4762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53414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073F7B1-CDC3-E282-FFCA-1EB36BBDB972}"/>
              </a:ext>
            </a:extLst>
          </p:cNvPr>
          <p:cNvSpPr txBox="1"/>
          <p:nvPr/>
        </p:nvSpPr>
        <p:spPr>
          <a:xfrm>
            <a:off x="852487" y="5197825"/>
            <a:ext cx="1700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nodestat</a:t>
            </a:r>
            <a:r>
              <a:rPr lang="en-US" dirty="0"/>
              <a:t> dgx2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5ACE80-461B-1053-F7A8-253BF0FA94B7}"/>
              </a:ext>
            </a:extLst>
          </p:cNvPr>
          <p:cNvSpPr txBox="1"/>
          <p:nvPr/>
        </p:nvSpPr>
        <p:spPr>
          <a:xfrm>
            <a:off x="6096000" y="6225983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it.engineering.oregonstate.edu</a:t>
            </a:r>
            <a:r>
              <a:rPr lang="en-US" dirty="0"/>
              <a:t>/</a:t>
            </a:r>
            <a:r>
              <a:rPr lang="en-US" dirty="0" err="1"/>
              <a:t>hpc</a:t>
            </a:r>
            <a:r>
              <a:rPr lang="en-US" dirty="0"/>
              <a:t>/</a:t>
            </a:r>
            <a:r>
              <a:rPr lang="en-US" dirty="0" err="1"/>
              <a:t>slurm-howto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6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D9554-0C3A-D59D-A1B1-4949439A5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49833"/>
            <a:ext cx="10515600" cy="133883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AI/ML: H200 &gt; H100 &gt;&gt; A40 &gt; V100 by a wide margin in bandwidth and VRAM.</a:t>
            </a:r>
          </a:p>
          <a:p>
            <a:r>
              <a:rPr lang="en-US" dirty="0"/>
              <a:t>VRAM: fast, specialized type of RAM that sits directly on the GPU and stores data needed for immediate processing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83399B-C1A2-1FB6-4316-DF906EE90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27460"/>
              </p:ext>
            </p:extLst>
          </p:nvPr>
        </p:nvGraphicFramePr>
        <p:xfrm>
          <a:off x="1502229" y="619796"/>
          <a:ext cx="8823366" cy="4351338"/>
        </p:xfrm>
        <a:graphic>
          <a:graphicData uri="http://schemas.openxmlformats.org/drawingml/2006/table">
            <a:tbl>
              <a:tblPr/>
              <a:tblGrid>
                <a:gridCol w="1654382">
                  <a:extLst>
                    <a:ext uri="{9D8B030D-6E8A-4147-A177-3AD203B41FA5}">
                      <a16:colId xmlns:a16="http://schemas.microsoft.com/office/drawing/2014/main" val="2339141216"/>
                    </a:ext>
                  </a:extLst>
                </a:gridCol>
                <a:gridCol w="882337">
                  <a:extLst>
                    <a:ext uri="{9D8B030D-6E8A-4147-A177-3AD203B41FA5}">
                      <a16:colId xmlns:a16="http://schemas.microsoft.com/office/drawing/2014/main" val="4083249708"/>
                    </a:ext>
                  </a:extLst>
                </a:gridCol>
                <a:gridCol w="1213212">
                  <a:extLst>
                    <a:ext uri="{9D8B030D-6E8A-4147-A177-3AD203B41FA5}">
                      <a16:colId xmlns:a16="http://schemas.microsoft.com/office/drawing/2014/main" val="4064753470"/>
                    </a:ext>
                  </a:extLst>
                </a:gridCol>
                <a:gridCol w="992629">
                  <a:extLst>
                    <a:ext uri="{9D8B030D-6E8A-4147-A177-3AD203B41FA5}">
                      <a16:colId xmlns:a16="http://schemas.microsoft.com/office/drawing/2014/main" val="1360796511"/>
                    </a:ext>
                  </a:extLst>
                </a:gridCol>
                <a:gridCol w="1213212">
                  <a:extLst>
                    <a:ext uri="{9D8B030D-6E8A-4147-A177-3AD203B41FA5}">
                      <a16:colId xmlns:a16="http://schemas.microsoft.com/office/drawing/2014/main" val="2193697273"/>
                    </a:ext>
                  </a:extLst>
                </a:gridCol>
                <a:gridCol w="882337">
                  <a:extLst>
                    <a:ext uri="{9D8B030D-6E8A-4147-A177-3AD203B41FA5}">
                      <a16:colId xmlns:a16="http://schemas.microsoft.com/office/drawing/2014/main" val="512088513"/>
                    </a:ext>
                  </a:extLst>
                </a:gridCol>
                <a:gridCol w="1985257">
                  <a:extLst>
                    <a:ext uri="{9D8B030D-6E8A-4147-A177-3AD203B41FA5}">
                      <a16:colId xmlns:a16="http://schemas.microsoft.com/office/drawing/2014/main" val="1804932859"/>
                    </a:ext>
                  </a:extLst>
                </a:gridCol>
              </a:tblGrid>
              <a:tr h="6300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solidFill>
                            <a:srgbClr val="3D3D3A"/>
                          </a:solidFill>
                          <a:effectLst/>
                        </a:rPr>
                        <a:t>GPU</a:t>
                      </a:r>
                    </a:p>
                  </a:txBody>
                  <a:tcPr marL="61529" marR="61529" marT="49223" marB="49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solidFill>
                            <a:srgbClr val="3D3D3A"/>
                          </a:solidFill>
                          <a:effectLst/>
                        </a:rPr>
                        <a:t>Arch</a:t>
                      </a:r>
                    </a:p>
                  </a:txBody>
                  <a:tcPr marL="61529" marR="61529" marT="49223" marB="49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solidFill>
                            <a:srgbClr val="3D3D3A"/>
                          </a:solidFill>
                          <a:effectLst/>
                        </a:rPr>
                        <a:t>FP32 (TFLOPS) ▾</a:t>
                      </a:r>
                    </a:p>
                  </a:txBody>
                  <a:tcPr marL="61529" marR="61529" marT="49223" marB="49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solidFill>
                            <a:srgbClr val="3D3D3A"/>
                          </a:solidFill>
                          <a:effectLst/>
                        </a:rPr>
                        <a:t>VRAM</a:t>
                      </a:r>
                    </a:p>
                  </a:txBody>
                  <a:tcPr marL="61529" marR="61529" marT="49223" marB="49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solidFill>
                            <a:srgbClr val="3D3D3A"/>
                          </a:solidFill>
                          <a:effectLst/>
                        </a:rPr>
                        <a:t>Mem BW (GB/s)</a:t>
                      </a:r>
                    </a:p>
                  </a:txBody>
                  <a:tcPr marL="61529" marR="61529" marT="49223" marB="49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solidFill>
                            <a:srgbClr val="3D3D3A"/>
                          </a:solidFill>
                          <a:effectLst/>
                        </a:rPr>
                        <a:t>TDP (W)</a:t>
                      </a:r>
                    </a:p>
                  </a:txBody>
                  <a:tcPr marL="61529" marR="61529" marT="49223" marB="49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solidFill>
                            <a:srgbClr val="3D3D3A"/>
                          </a:solidFill>
                          <a:effectLst/>
                        </a:rPr>
                        <a:t>Primary use</a:t>
                      </a:r>
                    </a:p>
                  </a:txBody>
                  <a:tcPr marL="61529" marR="61529" marT="49223" marB="492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643539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Tesla K40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888780"/>
                          </a:solidFill>
                          <a:effectLst/>
                        </a:rPr>
                        <a:t>Kepler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4.3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12 GB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288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235 W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3D3D3A"/>
                          </a:solidFill>
                          <a:effectLst/>
                        </a:rPr>
                        <a:t>Legacy HPC, research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846985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M60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B4B2A9"/>
                          </a:solidFill>
                          <a:effectLst/>
                        </a:rPr>
                        <a:t>Maxwell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9.6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16 GB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320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300 W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3D3D3A"/>
                          </a:solidFill>
                          <a:effectLst/>
                        </a:rPr>
                        <a:t>VDI, remote graphics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398118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RTX 2080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85B7EB"/>
                          </a:solidFill>
                          <a:effectLst/>
                        </a:rPr>
                        <a:t>Turing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10.1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8 GB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448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215 W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effectLst/>
                        </a:rPr>
                        <a:t>Gaming, prosumer ML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070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b="0" dirty="0">
                          <a:solidFill>
                            <a:srgbClr val="141413"/>
                          </a:solidFill>
                          <a:effectLst/>
                        </a:rPr>
                        <a:t>V100</a:t>
                      </a:r>
                      <a:endParaRPr lang="en-US" sz="1200" dirty="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solidFill>
                            <a:srgbClr val="5DCAA5"/>
                          </a:solidFill>
                          <a:effectLst/>
                        </a:rPr>
                        <a:t>Volta</a:t>
                      </a:r>
                      <a:endParaRPr lang="en-US" sz="1200" dirty="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41413"/>
                          </a:solidFill>
                          <a:effectLst/>
                        </a:rPr>
                        <a:t>15.7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effectLst/>
                        </a:rPr>
                        <a:t>32 GB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900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300 W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3D3D3A"/>
                          </a:solidFill>
                          <a:effectLst/>
                        </a:rPr>
                        <a:t>Deep learning, HPC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330248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RTX 3080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7F77DD"/>
                          </a:solidFill>
                          <a:effectLst/>
                        </a:rPr>
                        <a:t>Ampere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29.8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effectLst/>
                        </a:rPr>
                        <a:t>10 GB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effectLst/>
                        </a:rPr>
                        <a:t>760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effectLst/>
                        </a:rPr>
                        <a:t>320 W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effectLst/>
                        </a:rPr>
                        <a:t>Gaming, prosumer ML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24048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A40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7F77DD"/>
                          </a:solidFill>
                          <a:effectLst/>
                        </a:rPr>
                        <a:t>Ampere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37.4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48 GB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696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300 W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3D3D3A"/>
                          </a:solidFill>
                          <a:effectLst/>
                        </a:rPr>
                        <a:t>Pro vis, AI training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412887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H100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D4537E"/>
                          </a:solidFill>
                          <a:effectLst/>
                        </a:rPr>
                        <a:t>Hopper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41413"/>
                          </a:solidFill>
                          <a:effectLst/>
                        </a:rPr>
                        <a:t>67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80 GB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3350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700 W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3D3D3A"/>
                          </a:solidFill>
                          <a:effectLst/>
                        </a:rPr>
                        <a:t>LLM training, inference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256175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H200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D4537E"/>
                          </a:solidFill>
                          <a:effectLst/>
                        </a:rPr>
                        <a:t>Hopper</a:t>
                      </a:r>
                      <a:endParaRPr lang="en-US" sz="120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 b="0">
                          <a:solidFill>
                            <a:srgbClr val="141413"/>
                          </a:solidFill>
                          <a:effectLst/>
                        </a:rPr>
                        <a:t>67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141 GB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4800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>
                          <a:solidFill>
                            <a:srgbClr val="141413"/>
                          </a:solidFill>
                          <a:effectLst/>
                        </a:rPr>
                        <a:t>700 W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effectLst/>
                        </a:rPr>
                        <a:t>LLM training, inference</a:t>
                      </a:r>
                    </a:p>
                  </a:txBody>
                  <a:tcPr marL="61529" marR="61529" marT="55376" marB="55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893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66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83-082A-CF4C-A371-B097B6C3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model can we run for 48GB VRAM?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F3603-E817-1B38-B381-87CE4A509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inference: </a:t>
            </a:r>
          </a:p>
          <a:p>
            <a:pPr lvl="1"/>
            <a:r>
              <a:rPr lang="en-US" b="1" dirty="0"/>
              <a:t>70B Models (Quantized):</a:t>
            </a:r>
            <a:r>
              <a:rPr lang="en-US" dirty="0"/>
              <a:t> Llama 3.3 70B or Qwen2.5 72B will fit.</a:t>
            </a:r>
          </a:p>
          <a:p>
            <a:pPr lvl="1"/>
            <a:r>
              <a:rPr lang="en-US" b="1" dirty="0"/>
              <a:t>Smaller Models (High Precision/long Context):</a:t>
            </a:r>
            <a:r>
              <a:rPr lang="en-US" dirty="0"/>
              <a:t> Llama 3.1 8B can run at FP16 with massive context windows (e.g., 100k+ tokens).</a:t>
            </a:r>
          </a:p>
          <a:p>
            <a:r>
              <a:rPr lang="en-US" dirty="0"/>
              <a:t>Model training/fine-tuning:</a:t>
            </a:r>
          </a:p>
          <a:p>
            <a:pPr lvl="1"/>
            <a:r>
              <a:rPr lang="en-US" b="1" dirty="0" err="1"/>
              <a:t>QLoRA</a:t>
            </a:r>
            <a:r>
              <a:rPr lang="en-US" b="1" dirty="0"/>
              <a:t> (Fine-tuning):</a:t>
            </a:r>
            <a:r>
              <a:rPr lang="en-US" dirty="0"/>
              <a:t> Llama 3.3 70B barely or Qwen 32B (small batch size).</a:t>
            </a:r>
          </a:p>
          <a:p>
            <a:pPr lvl="1"/>
            <a:r>
              <a:rPr lang="en-US" b="1" dirty="0" err="1"/>
              <a:t>LoRA</a:t>
            </a:r>
            <a:r>
              <a:rPr lang="en-US" b="1" dirty="0"/>
              <a:t> (Fine-tuning): </a:t>
            </a:r>
            <a:r>
              <a:rPr lang="en-US" dirty="0"/>
              <a:t>Llama 3.1 8B comfortably.</a:t>
            </a:r>
          </a:p>
          <a:p>
            <a:pPr lvl="1"/>
            <a:r>
              <a:rPr lang="en-US" b="1" dirty="0"/>
              <a:t>Full fine-tuning/Training</a:t>
            </a:r>
            <a:r>
              <a:rPr lang="en-US" dirty="0"/>
              <a:t>:   1B model easily. 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EEFC6-D4D1-7ED0-47E8-C94EA4376AB2}"/>
              </a:ext>
            </a:extLst>
          </p:cNvPr>
          <p:cNvSpPr txBox="1"/>
          <p:nvPr/>
        </p:nvSpPr>
        <p:spPr>
          <a:xfrm>
            <a:off x="6858000" y="6488668"/>
            <a:ext cx="544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slide is from AI, subject to validation on cluster</a:t>
            </a:r>
          </a:p>
        </p:txBody>
      </p:sp>
    </p:spTree>
    <p:extLst>
      <p:ext uri="{BB962C8B-B14F-4D97-AF65-F5344CB8AC3E}">
        <p14:creationId xmlns:p14="http://schemas.microsoft.com/office/powerpoint/2010/main" val="108935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A4DD-29EF-0F99-ED1E-E9D2AEC4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AF3AC-1D1C-C388-BC93-A0A78E406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82" y="1546555"/>
            <a:ext cx="10515600" cy="4351338"/>
          </a:xfrm>
        </p:spPr>
        <p:txBody>
          <a:bodyPr/>
          <a:lstStyle/>
          <a:p>
            <a:r>
              <a:rPr lang="en-US" dirty="0"/>
              <a:t>Interactive job: </a:t>
            </a:r>
            <a:r>
              <a:rPr lang="en-US" dirty="0" err="1"/>
              <a:t>srun</a:t>
            </a:r>
            <a:r>
              <a:rPr lang="en-US" dirty="0"/>
              <a:t> -p dgx2 --</a:t>
            </a:r>
            <a:r>
              <a:rPr lang="en-US" dirty="0" err="1"/>
              <a:t>gres</a:t>
            </a:r>
            <a:r>
              <a:rPr lang="en-US" dirty="0"/>
              <a:t>=gpu:1 --time=1:00:00 --</a:t>
            </a:r>
            <a:r>
              <a:rPr lang="en-US" dirty="0" err="1"/>
              <a:t>pty</a:t>
            </a:r>
            <a:r>
              <a:rPr lang="en-US" dirty="0"/>
              <a:t> </a:t>
            </a:r>
            <a:r>
              <a:rPr lang="en-US" dirty="0" err="1"/>
              <a:t>zsh</a:t>
            </a:r>
            <a:endParaRPr lang="en-US" dirty="0"/>
          </a:p>
          <a:p>
            <a:r>
              <a:rPr lang="en-US" dirty="0"/>
              <a:t>Batch job: </a:t>
            </a:r>
            <a:r>
              <a:rPr lang="en-US" dirty="0" err="1"/>
              <a:t>sbatch</a:t>
            </a:r>
            <a:r>
              <a:rPr lang="en-US" dirty="0"/>
              <a:t> </a:t>
            </a:r>
            <a:r>
              <a:rPr lang="en-US" dirty="0" err="1"/>
              <a:t>myBatchFile.sh</a:t>
            </a:r>
            <a:endParaRPr lang="en-US" dirty="0"/>
          </a:p>
          <a:p>
            <a:r>
              <a:rPr lang="en-US" dirty="0"/>
              <a:t>View job: </a:t>
            </a:r>
            <a:r>
              <a:rPr lang="en-US" dirty="0" err="1"/>
              <a:t>squeue</a:t>
            </a:r>
            <a:r>
              <a:rPr lang="en-US" dirty="0"/>
              <a:t> -u {username}</a:t>
            </a:r>
          </a:p>
          <a:p>
            <a:r>
              <a:rPr lang="en-US" dirty="0"/>
              <a:t>Cancel job: </a:t>
            </a:r>
            <a:r>
              <a:rPr lang="en-US" dirty="0" err="1"/>
              <a:t>scancel</a:t>
            </a:r>
            <a:r>
              <a:rPr lang="en-US" dirty="0"/>
              <a:t> {</a:t>
            </a:r>
            <a:r>
              <a:rPr lang="en-US" dirty="0" err="1"/>
              <a:t>jobid</a:t>
            </a: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F0FBA-8F62-5BD2-8A56-07C349E0098D}"/>
              </a:ext>
            </a:extLst>
          </p:cNvPr>
          <p:cNvSpPr txBox="1"/>
          <p:nvPr/>
        </p:nvSpPr>
        <p:spPr>
          <a:xfrm>
            <a:off x="6254583" y="6349563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it.engineering.oregonstate.edu</a:t>
            </a:r>
            <a:r>
              <a:rPr lang="en-US" dirty="0"/>
              <a:t>/</a:t>
            </a:r>
            <a:r>
              <a:rPr lang="en-US" dirty="0" err="1"/>
              <a:t>hpc</a:t>
            </a:r>
            <a:r>
              <a:rPr lang="en-US" dirty="0"/>
              <a:t>/</a:t>
            </a:r>
            <a:r>
              <a:rPr lang="en-US" dirty="0" err="1"/>
              <a:t>slurm-howto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95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2F4A3A-4DA5-DFC8-F46E-21C23F7D47D9}"/>
              </a:ext>
            </a:extLst>
          </p:cNvPr>
          <p:cNvSpPr txBox="1"/>
          <p:nvPr/>
        </p:nvSpPr>
        <p:spPr>
          <a:xfrm>
            <a:off x="292429" y="949542"/>
            <a:ext cx="11654145" cy="533896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#!/bin/bash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#SBATCH -J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helloWorld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		# name of job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#SBATCH -p share			# name of partition or queue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#SBATCH -o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helloWorld.out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		# name of output file for this submission script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#SBATCH -e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helloWorld.err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		# name of error file for this submission script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#SBATCH -t 24:30:00              # time limit on job: 24 hours, 30 minutes (default      					   12 hours)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#SBATCH --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gres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=gpu:1             # number of GPUs to request per node (default 0)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#SBATCH --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cpus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-per-task=8        # number of cores/threads per task (default 1)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#SBATCH --mem=20G                # request 20 gigabytes memory per node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endParaRPr lang="en-US" b="0" i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endParaRPr lang="en-US" b="0" i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 load any software environment module required for app (e.g. </a:t>
            </a:r>
            <a:r>
              <a:rPr lang="en-US" dirty="0">
                <a:solidFill>
                  <a:srgbClr val="333333"/>
                </a:solidFill>
                <a:latin typeface="Menlo" panose="020B0609030804020204" pitchFamily="49" charset="0"/>
              </a:rPr>
              <a:t>python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 R,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gcc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cuda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module load software/version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endParaRPr lang="en-US" b="0" i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 run my job (e.g. </a:t>
            </a:r>
            <a:r>
              <a:rPr lang="en-US" dirty="0">
                <a:solidFill>
                  <a:srgbClr val="333333"/>
                </a:solidFill>
                <a:latin typeface="Menlo" panose="020B0609030804020204" pitchFamily="49" charset="0"/>
              </a:rPr>
              <a:t>R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 python)</a:t>
            </a:r>
          </a:p>
          <a:p>
            <a:pPr algn="l" latinLnBrk="1">
              <a:lnSpc>
                <a:spcPts val="1650"/>
              </a:lnSpc>
              <a:spcAft>
                <a:spcPts val="825"/>
              </a:spcAft>
              <a:buNone/>
            </a:pPr>
            <a:r>
              <a:rPr lang="en-US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mySoftwareExecutable</a:t>
            </a:r>
            <a:endParaRPr lang="en-US" b="0" i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3010F-DA3A-FE58-B45E-237100394C0E}"/>
              </a:ext>
            </a:extLst>
          </p:cNvPr>
          <p:cNvSpPr txBox="1"/>
          <p:nvPr/>
        </p:nvSpPr>
        <p:spPr>
          <a:xfrm>
            <a:off x="292429" y="299885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myBatchFile.sh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083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DB9797-BF93-DD6D-8B28-D24B364D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FCE2A-CD74-4461-40AE-3BF99BB7B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8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F19F-29AF-01CE-9787-0695B8BF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C93EC-488F-1E84-FFC0-273B880C5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Cloud-based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Free access to GPUs and TPUs</a:t>
            </a:r>
          </a:p>
          <a:p>
            <a:r>
              <a:rPr lang="en-US" dirty="0"/>
              <a:t>Free Pro account for students and educators</a:t>
            </a:r>
          </a:p>
          <a:p>
            <a:r>
              <a:rPr lang="en-US" b="1" dirty="0"/>
              <a:t>File system</a:t>
            </a:r>
            <a:r>
              <a:rPr lang="en-US" dirty="0"/>
              <a:t>: Temporary storage that clears when your session ends (you can mount Google Drive to persist files)</a:t>
            </a:r>
          </a:p>
          <a:p>
            <a:r>
              <a:rPr lang="en-US" b="1" dirty="0"/>
              <a:t>Libraries</a:t>
            </a:r>
            <a:r>
              <a:rPr lang="en-US" dirty="0"/>
              <a:t>: Most common data science libraries are pre-installed</a:t>
            </a:r>
          </a:p>
        </p:txBody>
      </p:sp>
    </p:spTree>
    <p:extLst>
      <p:ext uri="{BB962C8B-B14F-4D97-AF65-F5344CB8AC3E}">
        <p14:creationId xmlns:p14="http://schemas.microsoft.com/office/powerpoint/2010/main" val="2322793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A864-350F-B337-A533-075BA50B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915D1-208F-65C9-8360-6659DCBB4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9894"/>
            <a:ext cx="7058457" cy="4777099"/>
          </a:xfrm>
        </p:spPr>
        <p:txBody>
          <a:bodyPr>
            <a:normAutofit/>
          </a:bodyPr>
          <a:lstStyle/>
          <a:p>
            <a:r>
              <a:rPr lang="en-US" dirty="0"/>
              <a:t>Run large statistical/ML workloads without managing physical hardware</a:t>
            </a:r>
          </a:p>
          <a:p>
            <a:r>
              <a:rPr lang="en-US" dirty="0"/>
              <a:t>Virtual machine (VM)</a:t>
            </a:r>
          </a:p>
          <a:p>
            <a:pPr lvl="1"/>
            <a:r>
              <a:rPr lang="en-US" dirty="0"/>
              <a:t>a software-emulated computer running on shared hardware</a:t>
            </a:r>
          </a:p>
          <a:p>
            <a:pPr lvl="1"/>
            <a:r>
              <a:rPr lang="en-US" dirty="0"/>
              <a:t>root access to a "computer" you never physically touch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3074" name="Picture 2" descr="Cloud Computing Basics Future Processing">
            <a:extLst>
              <a:ext uri="{FF2B5EF4-FFF2-40B4-BE49-F238E27FC236}">
                <a16:creationId xmlns:a16="http://schemas.microsoft.com/office/drawing/2014/main" id="{EF0A9173-84AD-3F91-178D-E48624A20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657" y="1939894"/>
            <a:ext cx="4093093" cy="321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851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DBE5-3B2A-F84A-7EF4-531BAD4D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&amp; Cons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EBFD9-3946-E6CF-D683-913114CB0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Pros: </a:t>
            </a:r>
          </a:p>
          <a:p>
            <a:pPr lvl="1"/>
            <a:r>
              <a:rPr lang="en-US" dirty="0"/>
              <a:t>Scalability: e.g. run 10,000 simulations overnight, pay only for that time</a:t>
            </a:r>
          </a:p>
          <a:p>
            <a:pPr lvl="1"/>
            <a:r>
              <a:rPr lang="en-US" dirty="0"/>
              <a:t>Access GPUs, high-memory machines without owning them</a:t>
            </a:r>
          </a:p>
          <a:p>
            <a:pPr lvl="1"/>
            <a:r>
              <a:rPr lang="en-US" dirty="0"/>
              <a:t>Reproducibility: environment snapshots ensure running the exact same setup (but can change over time due to updates)</a:t>
            </a:r>
          </a:p>
          <a:p>
            <a:pPr lvl="1"/>
            <a:r>
              <a:rPr lang="en-US" dirty="0"/>
              <a:t>Easy to share data and codes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High (unexpected) cost: free tiers or trial credits </a:t>
            </a:r>
          </a:p>
          <a:p>
            <a:pPr lvl="1"/>
            <a:r>
              <a:rPr lang="en-US" dirty="0"/>
              <a:t>Data privacy and compliance</a:t>
            </a:r>
          </a:p>
          <a:p>
            <a:pPr lvl="1"/>
            <a:r>
              <a:rPr lang="en-US" dirty="0"/>
              <a:t>Steep learning curve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80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DFCB-EA84-EAE5-6611-E012FC04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steps to run jobs on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307B8-1701-FF58-DA54-1BFEBF2DB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Launch a virtual server (called an </a:t>
            </a:r>
            <a:r>
              <a:rPr lang="en-US" i="1" dirty="0"/>
              <a:t>instance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Choose OS, CPU/GPU count, RAM, and storage.</a:t>
            </a:r>
          </a:p>
          <a:p>
            <a:r>
              <a:rPr lang="en-US" dirty="0"/>
              <a:t>SSH to virtual server</a:t>
            </a:r>
          </a:p>
          <a:p>
            <a:r>
              <a:rPr lang="en-US" dirty="0"/>
              <a:t>Install software and run jobs</a:t>
            </a:r>
          </a:p>
          <a:p>
            <a:r>
              <a:rPr lang="en-US" dirty="0"/>
              <a:t>Download results or save to cloud storage</a:t>
            </a:r>
          </a:p>
          <a:p>
            <a:r>
              <a:rPr lang="en-US" dirty="0"/>
              <a:t>Terminate instance</a:t>
            </a:r>
          </a:p>
          <a:p>
            <a:r>
              <a:rPr lang="en-US" dirty="0"/>
              <a:t>Azure ML workspace creates a </a:t>
            </a:r>
            <a:r>
              <a:rPr lang="en-US" dirty="0" err="1"/>
              <a:t>jupyter</a:t>
            </a:r>
            <a:r>
              <a:rPr lang="en-US" dirty="0"/>
              <a:t> notebook, no need ssh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468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717A-E0C1-DE82-349B-0BB5D25A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3E17-26F3-3E90-D823-286BB1417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3754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AWS EC2</a:t>
            </a:r>
          </a:p>
          <a:p>
            <a:pPr lvl="1"/>
            <a:r>
              <a:rPr lang="en-US" dirty="0"/>
              <a:t>t3 — cheap, general purpose (dev work)</a:t>
            </a:r>
          </a:p>
          <a:p>
            <a:pPr lvl="1"/>
            <a:r>
              <a:rPr lang="en-US" dirty="0"/>
              <a:t>m6i — balanced CPU + memory</a:t>
            </a:r>
          </a:p>
          <a:p>
            <a:pPr lvl="1"/>
            <a:r>
              <a:rPr lang="en-US" dirty="0"/>
              <a:t>r6i — memory-</a:t>
            </a:r>
            <a:r>
              <a:rPr lang="en-US" dirty="0" err="1"/>
              <a:t>optimised</a:t>
            </a:r>
            <a:r>
              <a:rPr lang="en-US" dirty="0"/>
              <a:t> (large datasets)</a:t>
            </a:r>
          </a:p>
          <a:p>
            <a:pPr lvl="1"/>
            <a:r>
              <a:rPr lang="en-US" dirty="0"/>
              <a:t>p3/p4 — GPU instances for deep learning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On-demand — pay by the second, no commitment</a:t>
            </a:r>
          </a:p>
          <a:p>
            <a:pPr lvl="1"/>
            <a:r>
              <a:rPr lang="en-US" dirty="0"/>
              <a:t>Spot — up to 90% cheaper; instance may be interrupted</a:t>
            </a:r>
          </a:p>
          <a:p>
            <a:pPr lvl="1"/>
            <a:r>
              <a:rPr lang="en-US" dirty="0"/>
              <a:t>Reserved — 1–3 yr commitment, big discount</a:t>
            </a:r>
          </a:p>
          <a:p>
            <a:pPr lvl="1"/>
            <a:endParaRPr lang="en-US" dirty="0">
              <a:solidFill>
                <a:srgbClr val="085041"/>
              </a:solidFill>
            </a:endParaRPr>
          </a:p>
          <a:p>
            <a:r>
              <a:rPr lang="en-US" dirty="0">
                <a:solidFill>
                  <a:srgbClr val="085041"/>
                </a:solidFill>
              </a:rPr>
              <a:t>GCP Compute Engine</a:t>
            </a:r>
          </a:p>
          <a:p>
            <a:pPr lvl="1"/>
            <a:r>
              <a:rPr lang="en-US" dirty="0"/>
              <a:t>E2 — cost-</a:t>
            </a:r>
            <a:r>
              <a:rPr lang="en-US" dirty="0" err="1"/>
              <a:t>optimised</a:t>
            </a:r>
            <a:r>
              <a:rPr lang="en-US" dirty="0"/>
              <a:t>, good for light jobs</a:t>
            </a:r>
          </a:p>
          <a:p>
            <a:pPr lvl="1"/>
            <a:r>
              <a:rPr lang="en-US" dirty="0"/>
              <a:t>N2 — general purpose, balanced</a:t>
            </a:r>
          </a:p>
          <a:p>
            <a:pPr lvl="1"/>
            <a:r>
              <a:rPr lang="en-US" dirty="0"/>
              <a:t>M3 — memory-</a:t>
            </a:r>
            <a:r>
              <a:rPr lang="en-US" dirty="0" err="1"/>
              <a:t>optimised</a:t>
            </a:r>
            <a:r>
              <a:rPr lang="en-US" dirty="0"/>
              <a:t> (up to 12 TB RAM)</a:t>
            </a:r>
          </a:p>
          <a:p>
            <a:pPr lvl="1"/>
            <a:r>
              <a:rPr lang="en-US" dirty="0"/>
              <a:t>A2/A3 — NVIDIA GPU machines</a:t>
            </a:r>
          </a:p>
          <a:p>
            <a:pPr lvl="1"/>
            <a:r>
              <a:rPr lang="en-US" dirty="0"/>
              <a:t>Preemptible VMs — equivalent of Spot, ~80% cheaper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176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76720-FF9A-6628-580C-898C5109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3" y="221225"/>
            <a:ext cx="10515600" cy="1325563"/>
          </a:xfrm>
        </p:spPr>
        <p:txBody>
          <a:bodyPr/>
          <a:lstStyle/>
          <a:p>
            <a:r>
              <a:rPr lang="en-US" dirty="0"/>
              <a:t>Comparison of cloud service providers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A2FAFC-D02D-5FC9-B38A-C26D1AC6A0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014265"/>
              </p:ext>
            </p:extLst>
          </p:nvPr>
        </p:nvGraphicFramePr>
        <p:xfrm>
          <a:off x="1092436" y="1546788"/>
          <a:ext cx="10007125" cy="3474481"/>
        </p:xfrm>
        <a:graphic>
          <a:graphicData uri="http://schemas.openxmlformats.org/drawingml/2006/table">
            <a:tbl>
              <a:tblPr/>
              <a:tblGrid>
                <a:gridCol w="2042112">
                  <a:extLst>
                    <a:ext uri="{9D8B030D-6E8A-4147-A177-3AD203B41FA5}">
                      <a16:colId xmlns:a16="http://schemas.microsoft.com/office/drawing/2014/main" val="1164389884"/>
                    </a:ext>
                  </a:extLst>
                </a:gridCol>
                <a:gridCol w="2654876">
                  <a:extLst>
                    <a:ext uri="{9D8B030D-6E8A-4147-A177-3AD203B41FA5}">
                      <a16:colId xmlns:a16="http://schemas.microsoft.com/office/drawing/2014/main" val="4034349301"/>
                    </a:ext>
                  </a:extLst>
                </a:gridCol>
                <a:gridCol w="2654876">
                  <a:extLst>
                    <a:ext uri="{9D8B030D-6E8A-4147-A177-3AD203B41FA5}">
                      <a16:colId xmlns:a16="http://schemas.microsoft.com/office/drawing/2014/main" val="1132336449"/>
                    </a:ext>
                  </a:extLst>
                </a:gridCol>
                <a:gridCol w="2655261">
                  <a:extLst>
                    <a:ext uri="{9D8B030D-6E8A-4147-A177-3AD203B41FA5}">
                      <a16:colId xmlns:a16="http://schemas.microsoft.com/office/drawing/2014/main" val="2474898015"/>
                    </a:ext>
                  </a:extLst>
                </a:gridCol>
              </a:tblGrid>
              <a:tr h="6304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3D3D3A"/>
                          </a:solidFill>
                          <a:effectLst/>
                        </a:rPr>
                        <a:t>Dimension</a:t>
                      </a:r>
                    </a:p>
                  </a:txBody>
                  <a:tcPr marL="76563" marR="76563" marT="51042" marB="51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633806"/>
                          </a:solidFill>
                          <a:effectLst/>
                        </a:rPr>
                        <a:t>AWS EC2</a:t>
                      </a:r>
                      <a:endParaRPr lang="en-US" sz="1600" b="0" dirty="0">
                        <a:solidFill>
                          <a:srgbClr val="3D3D3A"/>
                        </a:solidFill>
                        <a:effectLst/>
                      </a:endParaRPr>
                    </a:p>
                  </a:txBody>
                  <a:tcPr marL="76563" marR="76563" marT="51042" marB="51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85041"/>
                          </a:solidFill>
                          <a:effectLst/>
                        </a:rPr>
                        <a:t>GCP Compute Engine</a:t>
                      </a:r>
                      <a:endParaRPr lang="en-US" sz="1600" b="0" dirty="0">
                        <a:solidFill>
                          <a:srgbClr val="3D3D3A"/>
                        </a:solidFill>
                        <a:effectLst/>
                      </a:endParaRPr>
                    </a:p>
                  </a:txBody>
                  <a:tcPr marL="76563" marR="76563" marT="51042" marB="51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rgbClr val="0C447C"/>
                          </a:solidFill>
                          <a:effectLst/>
                        </a:rPr>
                        <a:t>Azure ML</a:t>
                      </a:r>
                      <a:endParaRPr lang="en-US" sz="1600" b="0">
                        <a:solidFill>
                          <a:srgbClr val="3D3D3A"/>
                        </a:solidFill>
                        <a:effectLst/>
                      </a:endParaRPr>
                    </a:p>
                  </a:txBody>
                  <a:tcPr marL="76563" marR="76563" marT="51042" marB="51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769947"/>
                  </a:ext>
                </a:extLst>
              </a:tr>
              <a:tr h="46544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solidFill>
                            <a:srgbClr val="3D3D3A"/>
                          </a:solidFill>
                          <a:effectLst/>
                        </a:rPr>
                        <a:t>Abstraction level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Raw VMs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>
                          <a:solidFill>
                            <a:srgbClr val="141413"/>
                          </a:solidFill>
                          <a:effectLst/>
                        </a:rPr>
                        <a:t>Raw VMs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>
                          <a:solidFill>
                            <a:srgbClr val="141413"/>
                          </a:solidFill>
                          <a:effectLst/>
                        </a:rPr>
                        <a:t>Managed ML platform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560747"/>
                  </a:ext>
                </a:extLst>
              </a:tr>
              <a:tr h="66454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>
                          <a:solidFill>
                            <a:srgbClr val="3D3D3A"/>
                          </a:solidFill>
                          <a:effectLst/>
                        </a:rPr>
                        <a:t>Best for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Flexible, general purpose compute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Sustained use discounts, Google-ecosystem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>
                          <a:solidFill>
                            <a:srgbClr val="141413"/>
                          </a:solidFill>
                          <a:effectLst/>
                        </a:rPr>
                        <a:t>End-to-end ML pipelines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116744"/>
                  </a:ext>
                </a:extLst>
              </a:tr>
              <a:tr h="62384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solidFill>
                            <a:srgbClr val="3D3D3A"/>
                          </a:solidFill>
                          <a:effectLst/>
                        </a:rPr>
                        <a:t>Softwares</a:t>
                      </a:r>
                      <a:endParaRPr lang="en-US" sz="1600" dirty="0">
                        <a:solidFill>
                          <a:srgbClr val="3D3D3A"/>
                        </a:solidFill>
                        <a:effectLst/>
                      </a:endParaRP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Install anything manually; </a:t>
                      </a:r>
                      <a:r>
                        <a:rPr lang="en-US" sz="1600" dirty="0" err="1">
                          <a:solidFill>
                            <a:srgbClr val="141413"/>
                          </a:solidFill>
                          <a:effectLst/>
                        </a:rPr>
                        <a:t>Jupyter</a:t>
                      </a: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 </a:t>
                      </a:r>
                      <a:r>
                        <a:rPr lang="en-US" sz="1600" dirty="0"/>
                        <a:t>through SSH tunnel</a:t>
                      </a:r>
                      <a:endParaRPr lang="en-US" sz="1600" dirty="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Install anything; Vertex AI Workbench for </a:t>
                      </a:r>
                      <a:r>
                        <a:rPr lang="en-US" sz="1600" dirty="0" err="1">
                          <a:solidFill>
                            <a:srgbClr val="141413"/>
                          </a:solidFill>
                          <a:effectLst/>
                        </a:rPr>
                        <a:t>Jupyter</a:t>
                      </a:r>
                      <a:endParaRPr lang="en-US" sz="1600" dirty="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Managed </a:t>
                      </a:r>
                      <a:r>
                        <a:rPr lang="en-US" sz="1600" dirty="0" err="1">
                          <a:solidFill>
                            <a:srgbClr val="141413"/>
                          </a:solidFill>
                          <a:effectLst/>
                        </a:rPr>
                        <a:t>Jupyter</a:t>
                      </a: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; </a:t>
                      </a:r>
                      <a:r>
                        <a:rPr lang="en-US" sz="1600" dirty="0" err="1">
                          <a:solidFill>
                            <a:srgbClr val="141413"/>
                          </a:solidFill>
                          <a:effectLst/>
                        </a:rPr>
                        <a:t>conda</a:t>
                      </a: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41413"/>
                          </a:solidFill>
                          <a:effectLst/>
                        </a:rPr>
                        <a:t>envs</a:t>
                      </a: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 built-in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012202"/>
                  </a:ext>
                </a:extLst>
              </a:tr>
              <a:tr h="105200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solidFill>
                            <a:srgbClr val="3D3D3A"/>
                          </a:solidFill>
                          <a:effectLst/>
                        </a:rPr>
                        <a:t>Strengths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/>
                        <a:t>Largest instance catalogue, </a:t>
                      </a:r>
                    </a:p>
                    <a:p>
                      <a:pPr fontAlgn="t">
                        <a:buNone/>
                      </a:pPr>
                      <a:r>
                        <a:rPr lang="en-US" sz="1600" dirty="0">
                          <a:solidFill>
                            <a:srgbClr val="141413"/>
                          </a:solidFill>
                          <a:effectLst/>
                        </a:rPr>
                        <a:t>mature ecosystem</a:t>
                      </a: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kern="1200" dirty="0">
                          <a:solidFill>
                            <a:srgbClr val="14141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Fastest network infrastructure for data-heavy workloads, </a:t>
                      </a:r>
                      <a:r>
                        <a:rPr lang="en-US" sz="1600" kern="1200" dirty="0" err="1">
                          <a:solidFill>
                            <a:srgbClr val="14141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gcloud</a:t>
                      </a:r>
                      <a:r>
                        <a:rPr lang="en-US" sz="1600" kern="1200" dirty="0">
                          <a:solidFill>
                            <a:srgbClr val="14141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CLI is cleaner for </a:t>
                      </a:r>
                      <a:r>
                        <a:rPr lang="en-US" sz="1600" kern="1200" dirty="0" err="1">
                          <a:solidFill>
                            <a:srgbClr val="14141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reproduciblility</a:t>
                      </a:r>
                      <a:endParaRPr lang="en-US" sz="1600" kern="1200" dirty="0">
                        <a:solidFill>
                          <a:srgbClr val="14141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 metrics in dashboard, auto model selection (</a:t>
                      </a:r>
                      <a:r>
                        <a:rPr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AutoML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fontAlgn="t">
                        <a:buNone/>
                      </a:pPr>
                      <a:endParaRPr lang="en-US" sz="1600" dirty="0">
                        <a:solidFill>
                          <a:srgbClr val="141413"/>
                        </a:solidFill>
                        <a:effectLst/>
                      </a:endParaRPr>
                    </a:p>
                  </a:txBody>
                  <a:tcPr marL="76563" marR="76563" marT="57422" marB="574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059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585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27F9-E762-E2B2-85B0-9B8BD6DF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D52F82-591C-9449-E1E1-12B79B22DD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555207"/>
              </p:ext>
            </p:extLst>
          </p:nvPr>
        </p:nvGraphicFramePr>
        <p:xfrm>
          <a:off x="838200" y="2334864"/>
          <a:ext cx="10515600" cy="2103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09480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338934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Name (AWS/GCP/Azure)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76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 large files or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S3 / GCS / Blob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037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 read/write during a job,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Disk attached to instance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EBS / Persistent Disk / Azure Disk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718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Share data across instances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EFS / Filestore / Azure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34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Relational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RDS / </a:t>
                      </a:r>
                      <a:r>
                        <a:rPr lang="en-US" dirty="0" err="1"/>
                        <a:t>BigQuery</a:t>
                      </a:r>
                      <a:r>
                        <a:rPr lang="en-US" dirty="0"/>
                        <a:t> / Azure 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807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459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146304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Dstack?</a:t>
            </a:r>
            <a:endParaRPr lang="en-US" sz="4267" dirty="0"/>
          </a:p>
        </p:txBody>
      </p:sp>
      <p:sp>
        <p:nvSpPr>
          <p:cNvPr id="4" name="Shape 2"/>
          <p:cNvSpPr/>
          <p:nvPr/>
        </p:nvSpPr>
        <p:spPr>
          <a:xfrm>
            <a:off x="487680" y="1584960"/>
            <a:ext cx="5242560" cy="46329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87680" y="1584960"/>
            <a:ext cx="146304" cy="463296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828800"/>
            <a:ext cx="670560" cy="67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53184"/>
            <a:ext cx="3901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Orchestration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55904" y="26212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Dstack is an open-source platform that lets researchers request and run GPU workloads from any cloud provider or on-premise cluster — through a simple CLI and Python SDK.</a:t>
            </a:r>
            <a:endParaRPr lang="en-US" sz="1667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4267200"/>
            <a:ext cx="609600" cy="609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84960" y="4291584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55904" y="4852416"/>
            <a:ext cx="47548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E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"Slurm for the cloud — but friendlier."</a:t>
            </a:r>
            <a:endParaRPr lang="en-US" sz="1733" dirty="0"/>
          </a:p>
        </p:txBody>
      </p:sp>
      <p:sp>
        <p:nvSpPr>
          <p:cNvPr id="12" name="Shape 8"/>
          <p:cNvSpPr/>
          <p:nvPr/>
        </p:nvSpPr>
        <p:spPr>
          <a:xfrm>
            <a:off x="6339840" y="1584960"/>
            <a:ext cx="5364480" cy="9997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96" y="178003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17664" y="1682496"/>
            <a:ext cx="4267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GPU-first design</a:t>
            </a:r>
            <a:endParaRPr lang="en-US" sz="1667" dirty="0"/>
          </a:p>
        </p:txBody>
      </p:sp>
      <p:sp>
        <p:nvSpPr>
          <p:cNvPr id="15" name="Text 10"/>
          <p:cNvSpPr/>
          <p:nvPr/>
        </p:nvSpPr>
        <p:spPr>
          <a:xfrm>
            <a:off x="7217664" y="207264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A100s, H100s, or any GPU with one line</a:t>
            </a:r>
            <a:endParaRPr lang="en-US" sz="1467" dirty="0"/>
          </a:p>
        </p:txBody>
      </p:sp>
      <p:sp>
        <p:nvSpPr>
          <p:cNvPr id="16" name="Shape 11"/>
          <p:cNvSpPr/>
          <p:nvPr/>
        </p:nvSpPr>
        <p:spPr>
          <a:xfrm>
            <a:off x="6339840" y="2718816"/>
            <a:ext cx="5364480" cy="9997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296" y="2913888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17664" y="2816352"/>
            <a:ext cx="4267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Container-based</a:t>
            </a:r>
            <a:endParaRPr lang="en-US" sz="1667" dirty="0"/>
          </a:p>
        </p:txBody>
      </p:sp>
      <p:sp>
        <p:nvSpPr>
          <p:cNvPr id="19" name="Text 13"/>
          <p:cNvSpPr/>
          <p:nvPr/>
        </p:nvSpPr>
        <p:spPr>
          <a:xfrm>
            <a:off x="7217664" y="3206496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env with Docker or conda — reproducible</a:t>
            </a:r>
            <a:endParaRPr lang="en-US" sz="1467" dirty="0"/>
          </a:p>
        </p:txBody>
      </p:sp>
      <p:sp>
        <p:nvSpPr>
          <p:cNvPr id="20" name="Shape 14"/>
          <p:cNvSpPr/>
          <p:nvPr/>
        </p:nvSpPr>
        <p:spPr>
          <a:xfrm>
            <a:off x="6339840" y="3852672"/>
            <a:ext cx="5364480" cy="9997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296" y="4047744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17664" y="3950208"/>
            <a:ext cx="4267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&amp; on-prem</a:t>
            </a:r>
            <a:endParaRPr lang="en-US" sz="1667" dirty="0"/>
          </a:p>
        </p:txBody>
      </p:sp>
      <p:sp>
        <p:nvSpPr>
          <p:cNvPr id="23" name="Text 16"/>
          <p:cNvSpPr/>
          <p:nvPr/>
        </p:nvSpPr>
        <p:spPr>
          <a:xfrm>
            <a:off x="7217664" y="4340352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GCP, Azure, Lambda, or your own cluster</a:t>
            </a:r>
            <a:endParaRPr lang="en-US" sz="1467" dirty="0"/>
          </a:p>
        </p:txBody>
      </p:sp>
      <p:sp>
        <p:nvSpPr>
          <p:cNvPr id="24" name="Shape 17"/>
          <p:cNvSpPr/>
          <p:nvPr/>
        </p:nvSpPr>
        <p:spPr>
          <a:xfrm>
            <a:off x="6339840" y="4986528"/>
            <a:ext cx="5364480" cy="9997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296" y="518160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17664" y="5084064"/>
            <a:ext cx="4267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&amp; CLI friendly</a:t>
            </a:r>
            <a:endParaRPr lang="en-US" sz="1667" dirty="0"/>
          </a:p>
        </p:txBody>
      </p:sp>
      <p:sp>
        <p:nvSpPr>
          <p:cNvPr id="27" name="Text 19"/>
          <p:cNvSpPr/>
          <p:nvPr/>
        </p:nvSpPr>
        <p:spPr>
          <a:xfrm>
            <a:off x="7217664" y="5474208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Jupyter, PyTorch, R, and more</a:t>
            </a:r>
            <a:endParaRPr lang="en-US" sz="14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7747EC-11BD-12B2-8952-ABECB5963081}"/>
              </a:ext>
            </a:extLst>
          </p:cNvPr>
          <p:cNvSpPr txBox="1"/>
          <p:nvPr/>
        </p:nvSpPr>
        <p:spPr>
          <a:xfrm>
            <a:off x="487680" y="6401275"/>
            <a:ext cx="4684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dstack.ai</a:t>
            </a:r>
            <a:r>
              <a:rPr lang="en-US" sz="1400" dirty="0"/>
              <a:t>/docs/guides/migration/</a:t>
            </a:r>
            <a:r>
              <a:rPr lang="en-US" sz="1400" dirty="0" err="1"/>
              <a:t>slurm</a:t>
            </a:r>
            <a:r>
              <a:rPr lang="en-US" sz="1400" dirty="0"/>
              <a:t>/#</a:t>
            </a:r>
            <a:r>
              <a:rPr lang="en-US" sz="1400" dirty="0" err="1"/>
              <a:t>dstack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146304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Dstack Works — 3 Simple Steps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26720" y="1524000"/>
            <a:ext cx="3657600" cy="499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767840" y="1645920"/>
            <a:ext cx="975360" cy="97536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767840" y="1670304"/>
            <a:ext cx="97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933" dirty="0"/>
          </a:p>
        </p:txBody>
      </p:sp>
      <p:sp>
        <p:nvSpPr>
          <p:cNvPr id="7" name="Text 5"/>
          <p:cNvSpPr/>
          <p:nvPr/>
        </p:nvSpPr>
        <p:spPr>
          <a:xfrm>
            <a:off x="573024" y="277977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Your Task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573024" y="3389376"/>
            <a:ext cx="336499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YAML config specifying your GPU type, Docker image, and script.</a:t>
            </a:r>
            <a:endParaRPr lang="en-US" sz="1533" dirty="0"/>
          </a:p>
        </p:txBody>
      </p:sp>
      <p:sp>
        <p:nvSpPr>
          <p:cNvPr id="9" name="Shape 7"/>
          <p:cNvSpPr/>
          <p:nvPr/>
        </p:nvSpPr>
        <p:spPr>
          <a:xfrm>
            <a:off x="573024" y="4328160"/>
            <a:ext cx="3364992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70560" y="4413504"/>
            <a:ext cx="316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task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pytorch/pytorch:2.2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gpu: 1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commands: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python train.py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4328160" y="1524000"/>
            <a:ext cx="3657600" cy="499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5669280" y="1645920"/>
            <a:ext cx="975360" cy="97536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5669280" y="1670304"/>
            <a:ext cx="97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933" dirty="0"/>
          </a:p>
        </p:txBody>
      </p:sp>
      <p:sp>
        <p:nvSpPr>
          <p:cNvPr id="14" name="Text 12"/>
          <p:cNvSpPr/>
          <p:nvPr/>
        </p:nvSpPr>
        <p:spPr>
          <a:xfrm>
            <a:off x="4474464" y="277977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with CLI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4474464" y="3389376"/>
            <a:ext cx="336499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provisions the GPU and runs your job on any backend.</a:t>
            </a:r>
            <a:endParaRPr lang="en-US" sz="1533" dirty="0"/>
          </a:p>
        </p:txBody>
      </p:sp>
      <p:sp>
        <p:nvSpPr>
          <p:cNvPr id="16" name="Shape 14"/>
          <p:cNvSpPr/>
          <p:nvPr/>
        </p:nvSpPr>
        <p:spPr>
          <a:xfrm>
            <a:off x="4474464" y="4328160"/>
            <a:ext cx="3364992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572000" y="4413504"/>
            <a:ext cx="316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dstack run . \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train.dstack.yml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Streams logs in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real-time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8229600" y="1524000"/>
            <a:ext cx="3657600" cy="499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9570720" y="1645920"/>
            <a:ext cx="975360" cy="97536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9570720" y="1670304"/>
            <a:ext cx="97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933" dirty="0"/>
          </a:p>
        </p:txBody>
      </p:sp>
      <p:sp>
        <p:nvSpPr>
          <p:cNvPr id="21" name="Text 19"/>
          <p:cNvSpPr/>
          <p:nvPr/>
        </p:nvSpPr>
        <p:spPr>
          <a:xfrm>
            <a:off x="8375904" y="277977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Results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8375904" y="3389376"/>
            <a:ext cx="336499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outputs, attach VS Code or Jupyter, or pull artifacts locally.</a:t>
            </a:r>
            <a:endParaRPr lang="en-US" sz="1533" dirty="0"/>
          </a:p>
        </p:txBody>
      </p:sp>
      <p:sp>
        <p:nvSpPr>
          <p:cNvPr id="23" name="Shape 21"/>
          <p:cNvSpPr/>
          <p:nvPr/>
        </p:nvSpPr>
        <p:spPr>
          <a:xfrm>
            <a:off x="8375904" y="4328160"/>
            <a:ext cx="3364992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473440" y="4413504"/>
            <a:ext cx="316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dstack run . \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--ide vscode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Opens remote</a:t>
            </a:r>
            <a:endParaRPr lang="en-US" sz="1267" dirty="0"/>
          </a:p>
          <a:p>
            <a:r>
              <a:rPr lang="en-US" sz="1267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VS Code session</a:t>
            </a:r>
            <a:endParaRPr lang="en-US" sz="12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5351</TotalTime>
  <Words>1786</Words>
  <Application>Microsoft Macintosh PowerPoint</Application>
  <PresentationFormat>Widescreen</PresentationFormat>
  <Paragraphs>310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Consolas</vt:lpstr>
      <vt:lpstr>Georgia</vt:lpstr>
      <vt:lpstr>Menlo</vt:lpstr>
      <vt:lpstr>Trebuchet MS</vt:lpstr>
      <vt:lpstr>Office Theme</vt:lpstr>
      <vt:lpstr>Accessing GPUs: Cloud and Clusters</vt:lpstr>
      <vt:lpstr>Where to find GPUs to use?</vt:lpstr>
      <vt:lpstr>COS/COE computing clusters</vt:lpstr>
      <vt:lpstr>COS computing clusters</vt:lpstr>
      <vt:lpstr>GPUs on Novus HPC Cluster</vt:lpstr>
      <vt:lpstr>COE computing clusters</vt:lpstr>
      <vt:lpstr>PowerPoint Presentation</vt:lpstr>
      <vt:lpstr>PowerPoint Presentation</vt:lpstr>
      <vt:lpstr>What model can we run for 48GB VRAM?</vt:lpstr>
      <vt:lpstr>Submitting jobs</vt:lpstr>
      <vt:lpstr>PowerPoint Presentation</vt:lpstr>
      <vt:lpstr>Cloud computing</vt:lpstr>
      <vt:lpstr>Google colab</vt:lpstr>
      <vt:lpstr>Why Cloud Computing</vt:lpstr>
      <vt:lpstr>Pros &amp; Cons of Cloud Computing</vt:lpstr>
      <vt:lpstr>Basic steps to run jobs on cloud</vt:lpstr>
      <vt:lpstr>Instances</vt:lpstr>
      <vt:lpstr>Comparison of cloud service providers</vt:lpstr>
      <vt:lpstr>Data storage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Zhirui Hu</dc:creator>
  <cp:lastModifiedBy>Zhirui Hu</cp:lastModifiedBy>
  <cp:revision>1</cp:revision>
  <dcterms:created xsi:type="dcterms:W3CDTF">2026-04-09T00:37:06Z</dcterms:created>
  <dcterms:modified xsi:type="dcterms:W3CDTF">2026-04-24T17:05:00Z</dcterms:modified>
</cp:coreProperties>
</file>